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docMetadata/LabelInfo.xml" ContentType="application/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_rels/presentation.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6.xml.rels" ContentType="application/vnd.openxmlformats-package.relationships+xml"/>
  <Override PartName="/ppt/slideLayouts/_rels/slideLayout4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31.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20.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29.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46.xml.rels" ContentType="application/vnd.openxmlformats-package.relationships+xml"/>
  <Override PartName="/ppt/slideLayouts/_rels/slideLayout48.xml.rels" ContentType="application/vnd.openxmlformats-package.relationships+xml"/>
  <Override PartName="/ppt/slideLayouts/_rels/slideLayout33.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slideLayouts/slideLayout3.xml" ContentType="application/vnd.openxmlformats-officedocument.presentationml.slideLayout+xml"/>
  <Override PartName="/ppt/slideLayouts/slideLayout23.xml" ContentType="application/vnd.openxmlformats-officedocument.presentationml.slideLayout+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media/image9.png" ContentType="image/png"/>
  <Override PartName="/ppt/media/image13.png" ContentType="image/png"/>
  <Override PartName="/ppt/media/image8.png" ContentType="image/png"/>
  <Override PartName="/ppt/media/image12.png" ContentType="image/png"/>
  <Override PartName="/ppt/media/image17.png" ContentType="image/png"/>
  <Override PartName="/ppt/media/image4.jpeg" ContentType="image/jpeg"/>
  <Override PartName="/ppt/media/image16.png" ContentType="image/png"/>
  <Override PartName="/ppt/media/image14.png" ContentType="image/png"/>
  <Override PartName="/ppt/media/image10.png" ContentType="image/png"/>
  <Override PartName="/ppt/media/image2.jpeg" ContentType="image/jpeg"/>
  <Override PartName="/ppt/media/image5.jpeg" ContentType="image/jpeg"/>
  <Override PartName="/ppt/media/image15.png" ContentType="image/png"/>
  <Override PartName="/ppt/media/image3.jpeg" ContentType="image/jpeg"/>
  <Override PartName="/ppt/media/image6.png" ContentType="image/png"/>
  <Override PartName="/ppt/media/image11.png" ContentType="image/png"/>
  <Override PartName="/ppt/media/image1.jpeg" ContentType="image/jpeg"/>
  <Override PartName="/ppt/media/image7.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microsoft.com/office/2020/02/relationships/classificationlabels" Target="docMetadata/LabelInfo.xml"/><Relationship Id="rId8"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x="12192000" cy="6858000"/>
  <p:notesSz cx="6858000" cy="9144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
</Relationships>
</file>

<file path=ppt/notesMasters/_rels/notesMaster1.xml.rels><?xml version="1.0" encoding="UTF-8"?>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sldImg"/>
          </p:nvPr>
        </p:nvSpPr>
        <p:spPr>
          <a:xfrm>
            <a:off x="216000" y="812520"/>
            <a:ext cx="7127280" cy="4008960"/>
          </a:xfrm>
          <a:prstGeom prst="rect">
            <a:avLst/>
          </a:prstGeom>
        </p:spPr>
        <p:txBody>
          <a:bodyPr lIns="0" rIns="0" tIns="0" bIns="0" anchor="ctr">
            <a:noAutofit/>
          </a:bodyPr>
          <a:p>
            <a:r>
              <a:rPr b="0" lang="en-US" sz="1800" spc="-1" strike="noStrike">
                <a:solidFill>
                  <a:srgbClr val="ffffff"/>
                </a:solidFill>
                <a:latin typeface="Gill Sans MT"/>
              </a:rPr>
              <a:t>Click to move the slide</a:t>
            </a:r>
            <a:endParaRPr b="0" lang="en-US" sz="1800" spc="-1" strike="noStrike">
              <a:solidFill>
                <a:srgbClr val="ffffff"/>
              </a:solidFill>
              <a:latin typeface="Gill Sans MT"/>
            </a:endParaRPr>
          </a:p>
        </p:txBody>
      </p:sp>
      <p:sp>
        <p:nvSpPr>
          <p:cNvPr id="184" name="PlaceHolder 2"/>
          <p:cNvSpPr>
            <a:spLocks noGrp="1"/>
          </p:cNvSpPr>
          <p:nvPr>
            <p:ph type="body"/>
          </p:nvPr>
        </p:nvSpPr>
        <p:spPr>
          <a:xfrm>
            <a:off x="756000" y="5078520"/>
            <a:ext cx="6047640" cy="4811040"/>
          </a:xfrm>
          <a:prstGeom prst="rect">
            <a:avLst/>
          </a:prstGeom>
        </p:spPr>
        <p:txBody>
          <a:bodyPr lIns="0" rIns="0" tIns="0" bIns="0">
            <a:noAutofit/>
          </a:bodyPr>
          <a:p>
            <a:r>
              <a:rPr b="0" lang="en-US" sz="2000" spc="-1" strike="noStrike">
                <a:latin typeface="Arial"/>
              </a:rPr>
              <a:t>Click to edit the notes format</a:t>
            </a:r>
            <a:endParaRPr b="0" lang="en-US" sz="2000" spc="-1" strike="noStrike">
              <a:latin typeface="Arial"/>
            </a:endParaRPr>
          </a:p>
        </p:txBody>
      </p:sp>
      <p:sp>
        <p:nvSpPr>
          <p:cNvPr id="185" name="PlaceHolder 3"/>
          <p:cNvSpPr>
            <a:spLocks noGrp="1"/>
          </p:cNvSpPr>
          <p:nvPr>
            <p:ph type="hdr"/>
          </p:nvPr>
        </p:nvSpPr>
        <p:spPr>
          <a:xfrm>
            <a:off x="0" y="0"/>
            <a:ext cx="3280680" cy="534240"/>
          </a:xfrm>
          <a:prstGeom prst="rect">
            <a:avLst/>
          </a:prstGeom>
        </p:spPr>
        <p:txBody>
          <a:bodyPr lIns="0" rIns="0" tIns="0" bIns="0">
            <a:noAutofit/>
          </a:bodyPr>
          <a:p>
            <a:r>
              <a:rPr b="0" lang="en-US" sz="1400" spc="-1" strike="noStrike">
                <a:latin typeface="Times New Roman"/>
              </a:rPr>
              <a:t>&lt;header&gt;</a:t>
            </a:r>
            <a:endParaRPr b="0" lang="en-US" sz="1400" spc="-1" strike="noStrike">
              <a:latin typeface="Times New Roman"/>
            </a:endParaRPr>
          </a:p>
        </p:txBody>
      </p:sp>
      <p:sp>
        <p:nvSpPr>
          <p:cNvPr id="186" name="PlaceHolder 4"/>
          <p:cNvSpPr>
            <a:spLocks noGrp="1"/>
          </p:cNvSpPr>
          <p:nvPr>
            <p:ph type="dt"/>
          </p:nvPr>
        </p:nvSpPr>
        <p:spPr>
          <a:xfrm>
            <a:off x="4278960" y="0"/>
            <a:ext cx="3280680" cy="534240"/>
          </a:xfrm>
          <a:prstGeom prst="rect">
            <a:avLst/>
          </a:prstGeom>
        </p:spPr>
        <p:txBody>
          <a:bodyPr lIns="0" rIns="0" tIns="0" bIns="0">
            <a:noAutofit/>
          </a:bodyPr>
          <a:p>
            <a:pPr algn="r"/>
            <a:r>
              <a:rPr b="0" lang="en-US" sz="1400" spc="-1" strike="noStrike">
                <a:latin typeface="Times New Roman"/>
              </a:rPr>
              <a:t>&lt;date/time&gt;</a:t>
            </a:r>
            <a:endParaRPr b="0" lang="en-US" sz="1400" spc="-1" strike="noStrike">
              <a:latin typeface="Times New Roman"/>
            </a:endParaRPr>
          </a:p>
        </p:txBody>
      </p:sp>
      <p:sp>
        <p:nvSpPr>
          <p:cNvPr id="187" name="PlaceHolder 5"/>
          <p:cNvSpPr>
            <a:spLocks noGrp="1"/>
          </p:cNvSpPr>
          <p:nvPr>
            <p:ph type="ftr"/>
          </p:nvPr>
        </p:nvSpPr>
        <p:spPr>
          <a:xfrm>
            <a:off x="0" y="10157400"/>
            <a:ext cx="3280680" cy="534240"/>
          </a:xfrm>
          <a:prstGeom prst="rect">
            <a:avLst/>
          </a:prstGeom>
        </p:spPr>
        <p:txBody>
          <a:bodyPr lIns="0" rIns="0" tIns="0" bIns="0" anchor="b">
            <a:noAutofit/>
          </a:bodyPr>
          <a:p>
            <a:r>
              <a:rPr b="0" lang="en-US" sz="1400" spc="-1" strike="noStrike">
                <a:latin typeface="Times New Roman"/>
              </a:rPr>
              <a:t>&lt;footer&gt;</a:t>
            </a:r>
            <a:endParaRPr b="0" lang="en-US" sz="1400" spc="-1" strike="noStrike">
              <a:latin typeface="Times New Roman"/>
            </a:endParaRPr>
          </a:p>
        </p:txBody>
      </p:sp>
      <p:sp>
        <p:nvSpPr>
          <p:cNvPr id="188" name="PlaceHolder 6"/>
          <p:cNvSpPr>
            <a:spLocks noGrp="1"/>
          </p:cNvSpPr>
          <p:nvPr>
            <p:ph type="sldNum"/>
          </p:nvPr>
        </p:nvSpPr>
        <p:spPr>
          <a:xfrm>
            <a:off x="4278960" y="10157400"/>
            <a:ext cx="3280680" cy="534240"/>
          </a:xfrm>
          <a:prstGeom prst="rect">
            <a:avLst/>
          </a:prstGeom>
        </p:spPr>
        <p:txBody>
          <a:bodyPr lIns="0" rIns="0" tIns="0" bIns="0" anchor="b">
            <a:noAutofit/>
          </a:bodyPr>
          <a:p>
            <a:pPr algn="r"/>
            <a:fld id="{70965277-023B-4D09-AF54-36387C261C6C}"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sldImg"/>
          </p:nvPr>
        </p:nvSpPr>
        <p:spPr>
          <a:xfrm>
            <a:off x="685800" y="1143000"/>
            <a:ext cx="5486040" cy="3085920"/>
          </a:xfrm>
          <a:prstGeom prst="rect">
            <a:avLst/>
          </a:prstGeom>
        </p:spPr>
      </p:sp>
      <p:sp>
        <p:nvSpPr>
          <p:cNvPr id="347" name="PlaceHolder 2"/>
          <p:cNvSpPr>
            <a:spLocks noGrp="1"/>
          </p:cNvSpPr>
          <p:nvPr>
            <p:ph type="body"/>
          </p:nvPr>
        </p:nvSpPr>
        <p:spPr>
          <a:xfrm>
            <a:off x="685800" y="4400640"/>
            <a:ext cx="5486040" cy="3600000"/>
          </a:xfrm>
          <a:prstGeom prst="rect">
            <a:avLst/>
          </a:prstGeom>
        </p:spPr>
        <p:txBody>
          <a:bodyPr>
            <a:noAutofit/>
          </a:bodyPr>
          <a:p>
            <a:endParaRPr b="0" lang="en-US" sz="2000" spc="-1" strike="noStrike">
              <a:latin typeface="Arial"/>
            </a:endParaRPr>
          </a:p>
        </p:txBody>
      </p:sp>
      <p:sp>
        <p:nvSpPr>
          <p:cNvPr id="348" name="TextShape 3"/>
          <p:cNvSpPr txBox="1"/>
          <p:nvPr/>
        </p:nvSpPr>
        <p:spPr>
          <a:xfrm>
            <a:off x="3884760" y="8685360"/>
            <a:ext cx="2971440" cy="458280"/>
          </a:xfrm>
          <a:prstGeom prst="rect">
            <a:avLst/>
          </a:prstGeom>
          <a:noFill/>
          <a:ln>
            <a:noFill/>
          </a:ln>
        </p:spPr>
        <p:txBody>
          <a:bodyPr anchor="b">
            <a:noAutofit/>
          </a:bodyPr>
          <a:p>
            <a:pPr algn="r">
              <a:lnSpc>
                <a:spcPct val="100000"/>
              </a:lnSpc>
            </a:pPr>
            <a:fld id="{5DA02B13-47D2-41AE-9163-08D9E436196B}"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sldImg"/>
          </p:nvPr>
        </p:nvSpPr>
        <p:spPr>
          <a:xfrm>
            <a:off x="685800" y="1143000"/>
            <a:ext cx="5486040" cy="3085920"/>
          </a:xfrm>
          <a:prstGeom prst="rect">
            <a:avLst/>
          </a:prstGeom>
        </p:spPr>
      </p:sp>
      <p:sp>
        <p:nvSpPr>
          <p:cNvPr id="350" name="PlaceHolder 2"/>
          <p:cNvSpPr>
            <a:spLocks noGrp="1"/>
          </p:cNvSpPr>
          <p:nvPr>
            <p:ph type="body"/>
          </p:nvPr>
        </p:nvSpPr>
        <p:spPr>
          <a:xfrm>
            <a:off x="685800" y="4400640"/>
            <a:ext cx="5486040" cy="3600000"/>
          </a:xfrm>
          <a:prstGeom prst="rect">
            <a:avLst/>
          </a:prstGeom>
        </p:spPr>
        <p:txBody>
          <a:bodyPr>
            <a:noAutofit/>
          </a:bodyPr>
          <a:p>
            <a:endParaRPr b="0" lang="en-US" sz="2000" spc="-1" strike="noStrike">
              <a:latin typeface="Arial"/>
            </a:endParaRPr>
          </a:p>
        </p:txBody>
      </p:sp>
      <p:sp>
        <p:nvSpPr>
          <p:cNvPr id="351" name="TextShape 3"/>
          <p:cNvSpPr txBox="1"/>
          <p:nvPr/>
        </p:nvSpPr>
        <p:spPr>
          <a:xfrm>
            <a:off x="3884760" y="8685360"/>
            <a:ext cx="2971440" cy="458280"/>
          </a:xfrm>
          <a:prstGeom prst="rect">
            <a:avLst/>
          </a:prstGeom>
          <a:noFill/>
          <a:ln>
            <a:noFill/>
          </a:ln>
        </p:spPr>
        <p:txBody>
          <a:bodyPr anchor="b">
            <a:noAutofit/>
          </a:bodyPr>
          <a:p>
            <a:pPr algn="r">
              <a:lnSpc>
                <a:spcPct val="100000"/>
              </a:lnSpc>
            </a:pPr>
            <a:fld id="{0F4C6E48-A126-4F83-9A1F-E1A158DE5B29}" type="slidenum">
              <a:rPr b="0" lang="en-US" sz="1200" spc="-1" strike="noStrike">
                <a:latin typeface="Times New Roman"/>
              </a:rPr>
              <a:t>&lt;number&gt;</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8" name="PlaceHolder 2"/>
          <p:cNvSpPr>
            <a:spLocks noGrp="1"/>
          </p:cNvSpPr>
          <p:nvPr>
            <p:ph type="subTitle"/>
          </p:nvPr>
        </p:nvSpPr>
        <p:spPr>
          <a:xfrm>
            <a:off x="550800" y="4097160"/>
            <a:ext cx="3565080" cy="23508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10" name="PlaceHolder 2"/>
          <p:cNvSpPr>
            <a:spLocks noGrp="1"/>
          </p:cNvSpPr>
          <p:nvPr>
            <p:ph type="body"/>
          </p:nvPr>
        </p:nvSpPr>
        <p:spPr>
          <a:xfrm>
            <a:off x="550800" y="4097160"/>
            <a:ext cx="3565080" cy="2350800"/>
          </a:xfrm>
          <a:prstGeom prst="rect">
            <a:avLst/>
          </a:prstGeom>
        </p:spPr>
        <p:txBody>
          <a:bodyPr lIns="0" rIns="0" tIns="0" bIns="0">
            <a:normAutofit/>
          </a:bodyPr>
          <a:p>
            <a:endParaRPr b="0" lang="en-US" sz="2000" spc="-1" strike="noStrike">
              <a:solidFill>
                <a:srgbClr val="ffffff"/>
              </a:solidFill>
              <a:latin typeface="Gill Sans MT"/>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12" name="PlaceHolder 2"/>
          <p:cNvSpPr>
            <a:spLocks noGrp="1"/>
          </p:cNvSpPr>
          <p:nvPr>
            <p:ph type="body"/>
          </p:nvPr>
        </p:nvSpPr>
        <p:spPr>
          <a:xfrm>
            <a:off x="550800" y="4097160"/>
            <a:ext cx="1739520" cy="235080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13" name="PlaceHolder 3"/>
          <p:cNvSpPr>
            <a:spLocks noGrp="1"/>
          </p:cNvSpPr>
          <p:nvPr>
            <p:ph type="body"/>
          </p:nvPr>
        </p:nvSpPr>
        <p:spPr>
          <a:xfrm>
            <a:off x="2377800" y="4097160"/>
            <a:ext cx="1739520" cy="2350800"/>
          </a:xfrm>
          <a:prstGeom prst="rect">
            <a:avLst/>
          </a:prstGeom>
        </p:spPr>
        <p:txBody>
          <a:bodyPr lIns="0" rIns="0" tIns="0" bIns="0">
            <a:normAutofit/>
          </a:bodyPr>
          <a:p>
            <a:endParaRPr b="0" lang="en-US" sz="2000" spc="-1" strike="noStrike">
              <a:solidFill>
                <a:srgbClr val="ffffff"/>
              </a:solidFill>
              <a:latin typeface="Gill Sans MT"/>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5" name="PlaceHolder 1"/>
          <p:cNvSpPr>
            <a:spLocks noGrp="1"/>
          </p:cNvSpPr>
          <p:nvPr>
            <p:ph type="subTitle"/>
          </p:nvPr>
        </p:nvSpPr>
        <p:spPr>
          <a:xfrm>
            <a:off x="550800" y="1535760"/>
            <a:ext cx="3565800" cy="137160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17" name="PlaceHolder 2"/>
          <p:cNvSpPr>
            <a:spLocks noGrp="1"/>
          </p:cNvSpPr>
          <p:nvPr>
            <p:ph type="body"/>
          </p:nvPr>
        </p:nvSpPr>
        <p:spPr>
          <a:xfrm>
            <a:off x="550800" y="409716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18" name="PlaceHolder 3"/>
          <p:cNvSpPr>
            <a:spLocks noGrp="1"/>
          </p:cNvSpPr>
          <p:nvPr>
            <p:ph type="body"/>
          </p:nvPr>
        </p:nvSpPr>
        <p:spPr>
          <a:xfrm>
            <a:off x="2377800" y="4097160"/>
            <a:ext cx="1739520" cy="235080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19" name="PlaceHolder 4"/>
          <p:cNvSpPr>
            <a:spLocks noGrp="1"/>
          </p:cNvSpPr>
          <p:nvPr>
            <p:ph type="body"/>
          </p:nvPr>
        </p:nvSpPr>
        <p:spPr>
          <a:xfrm>
            <a:off x="550800" y="532512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21" name="PlaceHolder 2"/>
          <p:cNvSpPr>
            <a:spLocks noGrp="1"/>
          </p:cNvSpPr>
          <p:nvPr>
            <p:ph type="body"/>
          </p:nvPr>
        </p:nvSpPr>
        <p:spPr>
          <a:xfrm>
            <a:off x="550800" y="4097160"/>
            <a:ext cx="1739520" cy="235080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22" name="PlaceHolder 3"/>
          <p:cNvSpPr>
            <a:spLocks noGrp="1"/>
          </p:cNvSpPr>
          <p:nvPr>
            <p:ph type="body"/>
          </p:nvPr>
        </p:nvSpPr>
        <p:spPr>
          <a:xfrm>
            <a:off x="2377800" y="409716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23" name="PlaceHolder 4"/>
          <p:cNvSpPr>
            <a:spLocks noGrp="1"/>
          </p:cNvSpPr>
          <p:nvPr>
            <p:ph type="body"/>
          </p:nvPr>
        </p:nvSpPr>
        <p:spPr>
          <a:xfrm>
            <a:off x="2377800" y="532512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25" name="PlaceHolder 2"/>
          <p:cNvSpPr>
            <a:spLocks noGrp="1"/>
          </p:cNvSpPr>
          <p:nvPr>
            <p:ph type="body"/>
          </p:nvPr>
        </p:nvSpPr>
        <p:spPr>
          <a:xfrm>
            <a:off x="550800" y="409716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26" name="PlaceHolder 3"/>
          <p:cNvSpPr>
            <a:spLocks noGrp="1"/>
          </p:cNvSpPr>
          <p:nvPr>
            <p:ph type="body"/>
          </p:nvPr>
        </p:nvSpPr>
        <p:spPr>
          <a:xfrm>
            <a:off x="2377800" y="409716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27" name="PlaceHolder 4"/>
          <p:cNvSpPr>
            <a:spLocks noGrp="1"/>
          </p:cNvSpPr>
          <p:nvPr>
            <p:ph type="body"/>
          </p:nvPr>
        </p:nvSpPr>
        <p:spPr>
          <a:xfrm>
            <a:off x="550800" y="5325120"/>
            <a:ext cx="3565080" cy="1121040"/>
          </a:xfrm>
          <a:prstGeom prst="rect">
            <a:avLst/>
          </a:prstGeom>
        </p:spPr>
        <p:txBody>
          <a:bodyPr lIns="0" rIns="0" tIns="0" bIns="0">
            <a:normAutofit/>
          </a:bodyPr>
          <a:p>
            <a:endParaRPr b="0" lang="en-US" sz="2000" spc="-1" strike="noStrike">
              <a:solidFill>
                <a:srgbClr val="ffffff"/>
              </a:solidFill>
              <a:latin typeface="Gill Sans MT"/>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29" name="PlaceHolder 2"/>
          <p:cNvSpPr>
            <a:spLocks noGrp="1"/>
          </p:cNvSpPr>
          <p:nvPr>
            <p:ph type="body"/>
          </p:nvPr>
        </p:nvSpPr>
        <p:spPr>
          <a:xfrm>
            <a:off x="550800" y="4097160"/>
            <a:ext cx="356508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30" name="PlaceHolder 3"/>
          <p:cNvSpPr>
            <a:spLocks noGrp="1"/>
          </p:cNvSpPr>
          <p:nvPr>
            <p:ph type="body"/>
          </p:nvPr>
        </p:nvSpPr>
        <p:spPr>
          <a:xfrm>
            <a:off x="550800" y="5325120"/>
            <a:ext cx="3565080" cy="1121040"/>
          </a:xfrm>
          <a:prstGeom prst="rect">
            <a:avLst/>
          </a:prstGeom>
        </p:spPr>
        <p:txBody>
          <a:bodyPr lIns="0" rIns="0" tIns="0" bIns="0">
            <a:normAutofit/>
          </a:bodyPr>
          <a:p>
            <a:endParaRPr b="0" lang="en-US" sz="2000" spc="-1" strike="noStrike">
              <a:solidFill>
                <a:srgbClr val="ffffff"/>
              </a:solidFill>
              <a:latin typeface="Gill Sans MT"/>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32" name="PlaceHolder 2"/>
          <p:cNvSpPr>
            <a:spLocks noGrp="1"/>
          </p:cNvSpPr>
          <p:nvPr>
            <p:ph type="body"/>
          </p:nvPr>
        </p:nvSpPr>
        <p:spPr>
          <a:xfrm>
            <a:off x="550800" y="409716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33" name="PlaceHolder 3"/>
          <p:cNvSpPr>
            <a:spLocks noGrp="1"/>
          </p:cNvSpPr>
          <p:nvPr>
            <p:ph type="body"/>
          </p:nvPr>
        </p:nvSpPr>
        <p:spPr>
          <a:xfrm>
            <a:off x="2377800" y="409716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34" name="PlaceHolder 4"/>
          <p:cNvSpPr>
            <a:spLocks noGrp="1"/>
          </p:cNvSpPr>
          <p:nvPr>
            <p:ph type="body"/>
          </p:nvPr>
        </p:nvSpPr>
        <p:spPr>
          <a:xfrm>
            <a:off x="550800" y="532512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35" name="PlaceHolder 5"/>
          <p:cNvSpPr>
            <a:spLocks noGrp="1"/>
          </p:cNvSpPr>
          <p:nvPr>
            <p:ph type="body"/>
          </p:nvPr>
        </p:nvSpPr>
        <p:spPr>
          <a:xfrm>
            <a:off x="2377800" y="532512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37" name="PlaceHolder 2"/>
          <p:cNvSpPr>
            <a:spLocks noGrp="1"/>
          </p:cNvSpPr>
          <p:nvPr>
            <p:ph type="body"/>
          </p:nvPr>
        </p:nvSpPr>
        <p:spPr>
          <a:xfrm>
            <a:off x="550800" y="4097160"/>
            <a:ext cx="1147680" cy="1121040"/>
          </a:xfrm>
          <a:prstGeom prst="rect">
            <a:avLst/>
          </a:prstGeom>
        </p:spPr>
        <p:txBody>
          <a:bodyPr lIns="0" rIns="0" tIns="0" bIns="0">
            <a:normAutofit fontScale="78000"/>
          </a:bodyPr>
          <a:p>
            <a:endParaRPr b="0" lang="en-US" sz="2000" spc="-1" strike="noStrike">
              <a:solidFill>
                <a:srgbClr val="ffffff"/>
              </a:solidFill>
              <a:latin typeface="Gill Sans MT"/>
            </a:endParaRPr>
          </a:p>
        </p:txBody>
      </p:sp>
      <p:sp>
        <p:nvSpPr>
          <p:cNvPr id="38" name="PlaceHolder 3"/>
          <p:cNvSpPr>
            <a:spLocks noGrp="1"/>
          </p:cNvSpPr>
          <p:nvPr>
            <p:ph type="body"/>
          </p:nvPr>
        </p:nvSpPr>
        <p:spPr>
          <a:xfrm>
            <a:off x="1756080" y="4097160"/>
            <a:ext cx="1147680" cy="1121040"/>
          </a:xfrm>
          <a:prstGeom prst="rect">
            <a:avLst/>
          </a:prstGeom>
        </p:spPr>
        <p:txBody>
          <a:bodyPr lIns="0" rIns="0" tIns="0" bIns="0">
            <a:normAutofit fontScale="78000"/>
          </a:bodyPr>
          <a:p>
            <a:endParaRPr b="0" lang="en-US" sz="2000" spc="-1" strike="noStrike">
              <a:solidFill>
                <a:srgbClr val="ffffff"/>
              </a:solidFill>
              <a:latin typeface="Gill Sans MT"/>
            </a:endParaRPr>
          </a:p>
        </p:txBody>
      </p:sp>
      <p:sp>
        <p:nvSpPr>
          <p:cNvPr id="39" name="PlaceHolder 4"/>
          <p:cNvSpPr>
            <a:spLocks noGrp="1"/>
          </p:cNvSpPr>
          <p:nvPr>
            <p:ph type="body"/>
          </p:nvPr>
        </p:nvSpPr>
        <p:spPr>
          <a:xfrm>
            <a:off x="2961720" y="4097160"/>
            <a:ext cx="1147680" cy="1121040"/>
          </a:xfrm>
          <a:prstGeom prst="rect">
            <a:avLst/>
          </a:prstGeom>
        </p:spPr>
        <p:txBody>
          <a:bodyPr lIns="0" rIns="0" tIns="0" bIns="0">
            <a:normAutofit fontScale="78000"/>
          </a:bodyPr>
          <a:p>
            <a:endParaRPr b="0" lang="en-US" sz="2000" spc="-1" strike="noStrike">
              <a:solidFill>
                <a:srgbClr val="ffffff"/>
              </a:solidFill>
              <a:latin typeface="Gill Sans MT"/>
            </a:endParaRPr>
          </a:p>
        </p:txBody>
      </p:sp>
      <p:sp>
        <p:nvSpPr>
          <p:cNvPr id="40" name="PlaceHolder 5"/>
          <p:cNvSpPr>
            <a:spLocks noGrp="1"/>
          </p:cNvSpPr>
          <p:nvPr>
            <p:ph type="body"/>
          </p:nvPr>
        </p:nvSpPr>
        <p:spPr>
          <a:xfrm>
            <a:off x="550800" y="5325120"/>
            <a:ext cx="1147680" cy="1121040"/>
          </a:xfrm>
          <a:prstGeom prst="rect">
            <a:avLst/>
          </a:prstGeom>
        </p:spPr>
        <p:txBody>
          <a:bodyPr lIns="0" rIns="0" tIns="0" bIns="0">
            <a:normAutofit fontScale="78000"/>
          </a:bodyPr>
          <a:p>
            <a:endParaRPr b="0" lang="en-US" sz="2000" spc="-1" strike="noStrike">
              <a:solidFill>
                <a:srgbClr val="ffffff"/>
              </a:solidFill>
              <a:latin typeface="Gill Sans MT"/>
            </a:endParaRPr>
          </a:p>
        </p:txBody>
      </p:sp>
      <p:sp>
        <p:nvSpPr>
          <p:cNvPr id="41" name="PlaceHolder 6"/>
          <p:cNvSpPr>
            <a:spLocks noGrp="1"/>
          </p:cNvSpPr>
          <p:nvPr>
            <p:ph type="body"/>
          </p:nvPr>
        </p:nvSpPr>
        <p:spPr>
          <a:xfrm>
            <a:off x="1756080" y="5325120"/>
            <a:ext cx="1147680" cy="1121040"/>
          </a:xfrm>
          <a:prstGeom prst="rect">
            <a:avLst/>
          </a:prstGeom>
        </p:spPr>
        <p:txBody>
          <a:bodyPr lIns="0" rIns="0" tIns="0" bIns="0">
            <a:normAutofit fontScale="78000"/>
          </a:bodyPr>
          <a:p>
            <a:endParaRPr b="0" lang="en-US" sz="2000" spc="-1" strike="noStrike">
              <a:solidFill>
                <a:srgbClr val="ffffff"/>
              </a:solidFill>
              <a:latin typeface="Gill Sans MT"/>
            </a:endParaRPr>
          </a:p>
        </p:txBody>
      </p:sp>
      <p:sp>
        <p:nvSpPr>
          <p:cNvPr id="42" name="PlaceHolder 7"/>
          <p:cNvSpPr>
            <a:spLocks noGrp="1"/>
          </p:cNvSpPr>
          <p:nvPr>
            <p:ph type="body"/>
          </p:nvPr>
        </p:nvSpPr>
        <p:spPr>
          <a:xfrm>
            <a:off x="2961720" y="5325120"/>
            <a:ext cx="1147680" cy="1121040"/>
          </a:xfrm>
          <a:prstGeom prst="rect">
            <a:avLst/>
          </a:prstGeom>
        </p:spPr>
        <p:txBody>
          <a:bodyPr lIns="0" rIns="0" tIns="0" bIns="0">
            <a:normAutofit fontScale="78000"/>
          </a:bodyPr>
          <a:p>
            <a:endParaRPr b="0" lang="en-US" sz="2000" spc="-1" strike="noStrike">
              <a:solidFill>
                <a:srgbClr val="ffffff"/>
              </a:solidFill>
              <a:latin typeface="Gill Sans MT"/>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2"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53" name="PlaceHolder 2"/>
          <p:cNvSpPr>
            <a:spLocks noGrp="1"/>
          </p:cNvSpPr>
          <p:nvPr>
            <p:ph type="subTitle"/>
          </p:nvPr>
        </p:nvSpPr>
        <p:spPr>
          <a:xfrm>
            <a:off x="550800" y="4097160"/>
            <a:ext cx="3565080" cy="23508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55" name="PlaceHolder 2"/>
          <p:cNvSpPr>
            <a:spLocks noGrp="1"/>
          </p:cNvSpPr>
          <p:nvPr>
            <p:ph type="body"/>
          </p:nvPr>
        </p:nvSpPr>
        <p:spPr>
          <a:xfrm>
            <a:off x="550800" y="4097160"/>
            <a:ext cx="3565080" cy="2350800"/>
          </a:xfrm>
          <a:prstGeom prst="rect">
            <a:avLst/>
          </a:prstGeom>
        </p:spPr>
        <p:txBody>
          <a:bodyPr lIns="0" rIns="0" tIns="0" bIns="0">
            <a:normAutofit/>
          </a:bodyPr>
          <a:p>
            <a:endParaRPr b="0" lang="en-US" sz="2000" spc="-1" strike="noStrike">
              <a:solidFill>
                <a:srgbClr val="ffffff"/>
              </a:solidFill>
              <a:latin typeface="Gill Sans MT"/>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57" name="PlaceHolder 2"/>
          <p:cNvSpPr>
            <a:spLocks noGrp="1"/>
          </p:cNvSpPr>
          <p:nvPr>
            <p:ph type="body"/>
          </p:nvPr>
        </p:nvSpPr>
        <p:spPr>
          <a:xfrm>
            <a:off x="550800" y="4097160"/>
            <a:ext cx="1739520" cy="235080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58" name="PlaceHolder 3"/>
          <p:cNvSpPr>
            <a:spLocks noGrp="1"/>
          </p:cNvSpPr>
          <p:nvPr>
            <p:ph type="body"/>
          </p:nvPr>
        </p:nvSpPr>
        <p:spPr>
          <a:xfrm>
            <a:off x="2377800" y="4097160"/>
            <a:ext cx="1739520" cy="2350800"/>
          </a:xfrm>
          <a:prstGeom prst="rect">
            <a:avLst/>
          </a:prstGeom>
        </p:spPr>
        <p:txBody>
          <a:bodyPr lIns="0" rIns="0" tIns="0" bIns="0">
            <a:normAutofit/>
          </a:bodyPr>
          <a:p>
            <a:endParaRPr b="0" lang="en-US" sz="2000" spc="-1" strike="noStrike">
              <a:solidFill>
                <a:srgbClr val="ffffff"/>
              </a:solidFill>
              <a:latin typeface="Gill Sans MT"/>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9"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0" name="PlaceHolder 1"/>
          <p:cNvSpPr>
            <a:spLocks noGrp="1"/>
          </p:cNvSpPr>
          <p:nvPr>
            <p:ph type="subTitle"/>
          </p:nvPr>
        </p:nvSpPr>
        <p:spPr>
          <a:xfrm>
            <a:off x="550800" y="1535760"/>
            <a:ext cx="3565800" cy="137160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62" name="PlaceHolder 2"/>
          <p:cNvSpPr>
            <a:spLocks noGrp="1"/>
          </p:cNvSpPr>
          <p:nvPr>
            <p:ph type="body"/>
          </p:nvPr>
        </p:nvSpPr>
        <p:spPr>
          <a:xfrm>
            <a:off x="550800" y="409716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63" name="PlaceHolder 3"/>
          <p:cNvSpPr>
            <a:spLocks noGrp="1"/>
          </p:cNvSpPr>
          <p:nvPr>
            <p:ph type="body"/>
          </p:nvPr>
        </p:nvSpPr>
        <p:spPr>
          <a:xfrm>
            <a:off x="2377800" y="4097160"/>
            <a:ext cx="1739520" cy="235080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64" name="PlaceHolder 4"/>
          <p:cNvSpPr>
            <a:spLocks noGrp="1"/>
          </p:cNvSpPr>
          <p:nvPr>
            <p:ph type="body"/>
          </p:nvPr>
        </p:nvSpPr>
        <p:spPr>
          <a:xfrm>
            <a:off x="550800" y="532512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66" name="PlaceHolder 2"/>
          <p:cNvSpPr>
            <a:spLocks noGrp="1"/>
          </p:cNvSpPr>
          <p:nvPr>
            <p:ph type="body"/>
          </p:nvPr>
        </p:nvSpPr>
        <p:spPr>
          <a:xfrm>
            <a:off x="550800" y="4097160"/>
            <a:ext cx="1739520" cy="235080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67" name="PlaceHolder 3"/>
          <p:cNvSpPr>
            <a:spLocks noGrp="1"/>
          </p:cNvSpPr>
          <p:nvPr>
            <p:ph type="body"/>
          </p:nvPr>
        </p:nvSpPr>
        <p:spPr>
          <a:xfrm>
            <a:off x="2377800" y="409716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68" name="PlaceHolder 4"/>
          <p:cNvSpPr>
            <a:spLocks noGrp="1"/>
          </p:cNvSpPr>
          <p:nvPr>
            <p:ph type="body"/>
          </p:nvPr>
        </p:nvSpPr>
        <p:spPr>
          <a:xfrm>
            <a:off x="2377800" y="532512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70" name="PlaceHolder 2"/>
          <p:cNvSpPr>
            <a:spLocks noGrp="1"/>
          </p:cNvSpPr>
          <p:nvPr>
            <p:ph type="body"/>
          </p:nvPr>
        </p:nvSpPr>
        <p:spPr>
          <a:xfrm>
            <a:off x="550800" y="409716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71" name="PlaceHolder 3"/>
          <p:cNvSpPr>
            <a:spLocks noGrp="1"/>
          </p:cNvSpPr>
          <p:nvPr>
            <p:ph type="body"/>
          </p:nvPr>
        </p:nvSpPr>
        <p:spPr>
          <a:xfrm>
            <a:off x="2377800" y="409716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72" name="PlaceHolder 4"/>
          <p:cNvSpPr>
            <a:spLocks noGrp="1"/>
          </p:cNvSpPr>
          <p:nvPr>
            <p:ph type="body"/>
          </p:nvPr>
        </p:nvSpPr>
        <p:spPr>
          <a:xfrm>
            <a:off x="550800" y="5325120"/>
            <a:ext cx="3565080" cy="1121040"/>
          </a:xfrm>
          <a:prstGeom prst="rect">
            <a:avLst/>
          </a:prstGeom>
        </p:spPr>
        <p:txBody>
          <a:bodyPr lIns="0" rIns="0" tIns="0" bIns="0">
            <a:normAutofit/>
          </a:bodyPr>
          <a:p>
            <a:endParaRPr b="0" lang="en-US" sz="2000" spc="-1" strike="noStrike">
              <a:solidFill>
                <a:srgbClr val="ffffff"/>
              </a:solidFill>
              <a:latin typeface="Gill Sans MT"/>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74" name="PlaceHolder 2"/>
          <p:cNvSpPr>
            <a:spLocks noGrp="1"/>
          </p:cNvSpPr>
          <p:nvPr>
            <p:ph type="body"/>
          </p:nvPr>
        </p:nvSpPr>
        <p:spPr>
          <a:xfrm>
            <a:off x="550800" y="4097160"/>
            <a:ext cx="356508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75" name="PlaceHolder 3"/>
          <p:cNvSpPr>
            <a:spLocks noGrp="1"/>
          </p:cNvSpPr>
          <p:nvPr>
            <p:ph type="body"/>
          </p:nvPr>
        </p:nvSpPr>
        <p:spPr>
          <a:xfrm>
            <a:off x="550800" y="5325120"/>
            <a:ext cx="3565080" cy="1121040"/>
          </a:xfrm>
          <a:prstGeom prst="rect">
            <a:avLst/>
          </a:prstGeom>
        </p:spPr>
        <p:txBody>
          <a:bodyPr lIns="0" rIns="0" tIns="0" bIns="0">
            <a:normAutofit/>
          </a:bodyPr>
          <a:p>
            <a:endParaRPr b="0" lang="en-US" sz="2000" spc="-1" strike="noStrike">
              <a:solidFill>
                <a:srgbClr val="ffffff"/>
              </a:solidFill>
              <a:latin typeface="Gill Sans MT"/>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77" name="PlaceHolder 2"/>
          <p:cNvSpPr>
            <a:spLocks noGrp="1"/>
          </p:cNvSpPr>
          <p:nvPr>
            <p:ph type="body"/>
          </p:nvPr>
        </p:nvSpPr>
        <p:spPr>
          <a:xfrm>
            <a:off x="550800" y="409716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78" name="PlaceHolder 3"/>
          <p:cNvSpPr>
            <a:spLocks noGrp="1"/>
          </p:cNvSpPr>
          <p:nvPr>
            <p:ph type="body"/>
          </p:nvPr>
        </p:nvSpPr>
        <p:spPr>
          <a:xfrm>
            <a:off x="2377800" y="409716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79" name="PlaceHolder 4"/>
          <p:cNvSpPr>
            <a:spLocks noGrp="1"/>
          </p:cNvSpPr>
          <p:nvPr>
            <p:ph type="body"/>
          </p:nvPr>
        </p:nvSpPr>
        <p:spPr>
          <a:xfrm>
            <a:off x="550800" y="532512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80" name="PlaceHolder 5"/>
          <p:cNvSpPr>
            <a:spLocks noGrp="1"/>
          </p:cNvSpPr>
          <p:nvPr>
            <p:ph type="body"/>
          </p:nvPr>
        </p:nvSpPr>
        <p:spPr>
          <a:xfrm>
            <a:off x="2377800" y="532512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82" name="PlaceHolder 2"/>
          <p:cNvSpPr>
            <a:spLocks noGrp="1"/>
          </p:cNvSpPr>
          <p:nvPr>
            <p:ph type="body"/>
          </p:nvPr>
        </p:nvSpPr>
        <p:spPr>
          <a:xfrm>
            <a:off x="550800" y="4097160"/>
            <a:ext cx="1147680" cy="1121040"/>
          </a:xfrm>
          <a:prstGeom prst="rect">
            <a:avLst/>
          </a:prstGeom>
        </p:spPr>
        <p:txBody>
          <a:bodyPr lIns="0" rIns="0" tIns="0" bIns="0">
            <a:normAutofit fontScale="78000"/>
          </a:bodyPr>
          <a:p>
            <a:endParaRPr b="0" lang="en-US" sz="2000" spc="-1" strike="noStrike">
              <a:solidFill>
                <a:srgbClr val="ffffff"/>
              </a:solidFill>
              <a:latin typeface="Gill Sans MT"/>
            </a:endParaRPr>
          </a:p>
        </p:txBody>
      </p:sp>
      <p:sp>
        <p:nvSpPr>
          <p:cNvPr id="83" name="PlaceHolder 3"/>
          <p:cNvSpPr>
            <a:spLocks noGrp="1"/>
          </p:cNvSpPr>
          <p:nvPr>
            <p:ph type="body"/>
          </p:nvPr>
        </p:nvSpPr>
        <p:spPr>
          <a:xfrm>
            <a:off x="1756080" y="4097160"/>
            <a:ext cx="1147680" cy="1121040"/>
          </a:xfrm>
          <a:prstGeom prst="rect">
            <a:avLst/>
          </a:prstGeom>
        </p:spPr>
        <p:txBody>
          <a:bodyPr lIns="0" rIns="0" tIns="0" bIns="0">
            <a:normAutofit fontScale="78000"/>
          </a:bodyPr>
          <a:p>
            <a:endParaRPr b="0" lang="en-US" sz="2000" spc="-1" strike="noStrike">
              <a:solidFill>
                <a:srgbClr val="ffffff"/>
              </a:solidFill>
              <a:latin typeface="Gill Sans MT"/>
            </a:endParaRPr>
          </a:p>
        </p:txBody>
      </p:sp>
      <p:sp>
        <p:nvSpPr>
          <p:cNvPr id="84" name="PlaceHolder 4"/>
          <p:cNvSpPr>
            <a:spLocks noGrp="1"/>
          </p:cNvSpPr>
          <p:nvPr>
            <p:ph type="body"/>
          </p:nvPr>
        </p:nvSpPr>
        <p:spPr>
          <a:xfrm>
            <a:off x="2961720" y="4097160"/>
            <a:ext cx="1147680" cy="1121040"/>
          </a:xfrm>
          <a:prstGeom prst="rect">
            <a:avLst/>
          </a:prstGeom>
        </p:spPr>
        <p:txBody>
          <a:bodyPr lIns="0" rIns="0" tIns="0" bIns="0">
            <a:normAutofit fontScale="78000"/>
          </a:bodyPr>
          <a:p>
            <a:endParaRPr b="0" lang="en-US" sz="2000" spc="-1" strike="noStrike">
              <a:solidFill>
                <a:srgbClr val="ffffff"/>
              </a:solidFill>
              <a:latin typeface="Gill Sans MT"/>
            </a:endParaRPr>
          </a:p>
        </p:txBody>
      </p:sp>
      <p:sp>
        <p:nvSpPr>
          <p:cNvPr id="85" name="PlaceHolder 5"/>
          <p:cNvSpPr>
            <a:spLocks noGrp="1"/>
          </p:cNvSpPr>
          <p:nvPr>
            <p:ph type="body"/>
          </p:nvPr>
        </p:nvSpPr>
        <p:spPr>
          <a:xfrm>
            <a:off x="550800" y="5325120"/>
            <a:ext cx="1147680" cy="1121040"/>
          </a:xfrm>
          <a:prstGeom prst="rect">
            <a:avLst/>
          </a:prstGeom>
        </p:spPr>
        <p:txBody>
          <a:bodyPr lIns="0" rIns="0" tIns="0" bIns="0">
            <a:normAutofit fontScale="78000"/>
          </a:bodyPr>
          <a:p>
            <a:endParaRPr b="0" lang="en-US" sz="2000" spc="-1" strike="noStrike">
              <a:solidFill>
                <a:srgbClr val="ffffff"/>
              </a:solidFill>
              <a:latin typeface="Gill Sans MT"/>
            </a:endParaRPr>
          </a:p>
        </p:txBody>
      </p:sp>
      <p:sp>
        <p:nvSpPr>
          <p:cNvPr id="86" name="PlaceHolder 6"/>
          <p:cNvSpPr>
            <a:spLocks noGrp="1"/>
          </p:cNvSpPr>
          <p:nvPr>
            <p:ph type="body"/>
          </p:nvPr>
        </p:nvSpPr>
        <p:spPr>
          <a:xfrm>
            <a:off x="1756080" y="5325120"/>
            <a:ext cx="1147680" cy="1121040"/>
          </a:xfrm>
          <a:prstGeom prst="rect">
            <a:avLst/>
          </a:prstGeom>
        </p:spPr>
        <p:txBody>
          <a:bodyPr lIns="0" rIns="0" tIns="0" bIns="0">
            <a:normAutofit fontScale="78000"/>
          </a:bodyPr>
          <a:p>
            <a:endParaRPr b="0" lang="en-US" sz="2000" spc="-1" strike="noStrike">
              <a:solidFill>
                <a:srgbClr val="ffffff"/>
              </a:solidFill>
              <a:latin typeface="Gill Sans MT"/>
            </a:endParaRPr>
          </a:p>
        </p:txBody>
      </p:sp>
      <p:sp>
        <p:nvSpPr>
          <p:cNvPr id="87" name="PlaceHolder 7"/>
          <p:cNvSpPr>
            <a:spLocks noGrp="1"/>
          </p:cNvSpPr>
          <p:nvPr>
            <p:ph type="body"/>
          </p:nvPr>
        </p:nvSpPr>
        <p:spPr>
          <a:xfrm>
            <a:off x="2961720" y="5325120"/>
            <a:ext cx="1147680" cy="1121040"/>
          </a:xfrm>
          <a:prstGeom prst="rect">
            <a:avLst/>
          </a:prstGeom>
        </p:spPr>
        <p:txBody>
          <a:bodyPr lIns="0" rIns="0" tIns="0" bIns="0">
            <a:normAutofit fontScale="78000"/>
          </a:bodyPr>
          <a:p>
            <a:endParaRPr b="0" lang="en-US" sz="2000" spc="-1" strike="noStrike">
              <a:solidFill>
                <a:srgbClr val="ffffff"/>
              </a:solidFill>
              <a:latin typeface="Gill Sans MT"/>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0"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101" name="PlaceHolder 2"/>
          <p:cNvSpPr>
            <a:spLocks noGrp="1"/>
          </p:cNvSpPr>
          <p:nvPr>
            <p:ph type="subTitle"/>
          </p:nvPr>
        </p:nvSpPr>
        <p:spPr>
          <a:xfrm>
            <a:off x="550800" y="4097160"/>
            <a:ext cx="3565080" cy="23508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103" name="PlaceHolder 2"/>
          <p:cNvSpPr>
            <a:spLocks noGrp="1"/>
          </p:cNvSpPr>
          <p:nvPr>
            <p:ph type="body"/>
          </p:nvPr>
        </p:nvSpPr>
        <p:spPr>
          <a:xfrm>
            <a:off x="550800" y="4097160"/>
            <a:ext cx="3565080" cy="2350800"/>
          </a:xfrm>
          <a:prstGeom prst="rect">
            <a:avLst/>
          </a:prstGeom>
        </p:spPr>
        <p:txBody>
          <a:bodyPr lIns="0" rIns="0" tIns="0" bIns="0">
            <a:normAutofit/>
          </a:bodyPr>
          <a:p>
            <a:endParaRPr b="0" lang="en-US" sz="2000" spc="-1" strike="noStrike">
              <a:solidFill>
                <a:srgbClr val="ffffff"/>
              </a:solidFill>
              <a:latin typeface="Gill Sans MT"/>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105" name="PlaceHolder 2"/>
          <p:cNvSpPr>
            <a:spLocks noGrp="1"/>
          </p:cNvSpPr>
          <p:nvPr>
            <p:ph type="body"/>
          </p:nvPr>
        </p:nvSpPr>
        <p:spPr>
          <a:xfrm>
            <a:off x="550800" y="4097160"/>
            <a:ext cx="1739520" cy="235080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106" name="PlaceHolder 3"/>
          <p:cNvSpPr>
            <a:spLocks noGrp="1"/>
          </p:cNvSpPr>
          <p:nvPr>
            <p:ph type="body"/>
          </p:nvPr>
        </p:nvSpPr>
        <p:spPr>
          <a:xfrm>
            <a:off x="2377800" y="4097160"/>
            <a:ext cx="1739520" cy="2350800"/>
          </a:xfrm>
          <a:prstGeom prst="rect">
            <a:avLst/>
          </a:prstGeom>
        </p:spPr>
        <p:txBody>
          <a:bodyPr lIns="0" rIns="0" tIns="0" bIns="0">
            <a:normAutofit/>
          </a:bodyPr>
          <a:p>
            <a:endParaRPr b="0" lang="en-US" sz="2000" spc="-1" strike="noStrike">
              <a:solidFill>
                <a:srgbClr val="ffffff"/>
              </a:solidFill>
              <a:latin typeface="Gill Sans MT"/>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7"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8" name="PlaceHolder 1"/>
          <p:cNvSpPr>
            <a:spLocks noGrp="1"/>
          </p:cNvSpPr>
          <p:nvPr>
            <p:ph type="subTitle"/>
          </p:nvPr>
        </p:nvSpPr>
        <p:spPr>
          <a:xfrm>
            <a:off x="550800" y="1535760"/>
            <a:ext cx="3565800" cy="137160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9"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110" name="PlaceHolder 2"/>
          <p:cNvSpPr>
            <a:spLocks noGrp="1"/>
          </p:cNvSpPr>
          <p:nvPr>
            <p:ph type="body"/>
          </p:nvPr>
        </p:nvSpPr>
        <p:spPr>
          <a:xfrm>
            <a:off x="550800" y="409716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111" name="PlaceHolder 3"/>
          <p:cNvSpPr>
            <a:spLocks noGrp="1"/>
          </p:cNvSpPr>
          <p:nvPr>
            <p:ph type="body"/>
          </p:nvPr>
        </p:nvSpPr>
        <p:spPr>
          <a:xfrm>
            <a:off x="2377800" y="4097160"/>
            <a:ext cx="1739520" cy="235080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112" name="PlaceHolder 4"/>
          <p:cNvSpPr>
            <a:spLocks noGrp="1"/>
          </p:cNvSpPr>
          <p:nvPr>
            <p:ph type="body"/>
          </p:nvPr>
        </p:nvSpPr>
        <p:spPr>
          <a:xfrm>
            <a:off x="550800" y="532512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114" name="PlaceHolder 2"/>
          <p:cNvSpPr>
            <a:spLocks noGrp="1"/>
          </p:cNvSpPr>
          <p:nvPr>
            <p:ph type="body"/>
          </p:nvPr>
        </p:nvSpPr>
        <p:spPr>
          <a:xfrm>
            <a:off x="550800" y="4097160"/>
            <a:ext cx="1739520" cy="235080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115" name="PlaceHolder 3"/>
          <p:cNvSpPr>
            <a:spLocks noGrp="1"/>
          </p:cNvSpPr>
          <p:nvPr>
            <p:ph type="body"/>
          </p:nvPr>
        </p:nvSpPr>
        <p:spPr>
          <a:xfrm>
            <a:off x="2377800" y="409716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116" name="PlaceHolder 4"/>
          <p:cNvSpPr>
            <a:spLocks noGrp="1"/>
          </p:cNvSpPr>
          <p:nvPr>
            <p:ph type="body"/>
          </p:nvPr>
        </p:nvSpPr>
        <p:spPr>
          <a:xfrm>
            <a:off x="2377800" y="532512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118" name="PlaceHolder 2"/>
          <p:cNvSpPr>
            <a:spLocks noGrp="1"/>
          </p:cNvSpPr>
          <p:nvPr>
            <p:ph type="body"/>
          </p:nvPr>
        </p:nvSpPr>
        <p:spPr>
          <a:xfrm>
            <a:off x="550800" y="409716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119" name="PlaceHolder 3"/>
          <p:cNvSpPr>
            <a:spLocks noGrp="1"/>
          </p:cNvSpPr>
          <p:nvPr>
            <p:ph type="body"/>
          </p:nvPr>
        </p:nvSpPr>
        <p:spPr>
          <a:xfrm>
            <a:off x="2377800" y="409716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120" name="PlaceHolder 4"/>
          <p:cNvSpPr>
            <a:spLocks noGrp="1"/>
          </p:cNvSpPr>
          <p:nvPr>
            <p:ph type="body"/>
          </p:nvPr>
        </p:nvSpPr>
        <p:spPr>
          <a:xfrm>
            <a:off x="550800" y="5325120"/>
            <a:ext cx="3565080" cy="1121040"/>
          </a:xfrm>
          <a:prstGeom prst="rect">
            <a:avLst/>
          </a:prstGeom>
        </p:spPr>
        <p:txBody>
          <a:bodyPr lIns="0" rIns="0" tIns="0" bIns="0">
            <a:normAutofit/>
          </a:bodyPr>
          <a:p>
            <a:endParaRPr b="0" lang="en-US" sz="2000" spc="-1" strike="noStrike">
              <a:solidFill>
                <a:srgbClr val="ffffff"/>
              </a:solidFill>
              <a:latin typeface="Gill Sans MT"/>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122" name="PlaceHolder 2"/>
          <p:cNvSpPr>
            <a:spLocks noGrp="1"/>
          </p:cNvSpPr>
          <p:nvPr>
            <p:ph type="body"/>
          </p:nvPr>
        </p:nvSpPr>
        <p:spPr>
          <a:xfrm>
            <a:off x="550800" y="4097160"/>
            <a:ext cx="356508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123" name="PlaceHolder 3"/>
          <p:cNvSpPr>
            <a:spLocks noGrp="1"/>
          </p:cNvSpPr>
          <p:nvPr>
            <p:ph type="body"/>
          </p:nvPr>
        </p:nvSpPr>
        <p:spPr>
          <a:xfrm>
            <a:off x="550800" y="5325120"/>
            <a:ext cx="3565080" cy="1121040"/>
          </a:xfrm>
          <a:prstGeom prst="rect">
            <a:avLst/>
          </a:prstGeom>
        </p:spPr>
        <p:txBody>
          <a:bodyPr lIns="0" rIns="0" tIns="0" bIns="0">
            <a:normAutofit/>
          </a:bodyPr>
          <a:p>
            <a:endParaRPr b="0" lang="en-US" sz="2000" spc="-1" strike="noStrike">
              <a:solidFill>
                <a:srgbClr val="ffffff"/>
              </a:solidFill>
              <a:latin typeface="Gill Sans MT"/>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24"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125" name="PlaceHolder 2"/>
          <p:cNvSpPr>
            <a:spLocks noGrp="1"/>
          </p:cNvSpPr>
          <p:nvPr>
            <p:ph type="body"/>
          </p:nvPr>
        </p:nvSpPr>
        <p:spPr>
          <a:xfrm>
            <a:off x="550800" y="409716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126" name="PlaceHolder 3"/>
          <p:cNvSpPr>
            <a:spLocks noGrp="1"/>
          </p:cNvSpPr>
          <p:nvPr>
            <p:ph type="body"/>
          </p:nvPr>
        </p:nvSpPr>
        <p:spPr>
          <a:xfrm>
            <a:off x="2377800" y="409716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127" name="PlaceHolder 4"/>
          <p:cNvSpPr>
            <a:spLocks noGrp="1"/>
          </p:cNvSpPr>
          <p:nvPr>
            <p:ph type="body"/>
          </p:nvPr>
        </p:nvSpPr>
        <p:spPr>
          <a:xfrm>
            <a:off x="550800" y="532512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128" name="PlaceHolder 5"/>
          <p:cNvSpPr>
            <a:spLocks noGrp="1"/>
          </p:cNvSpPr>
          <p:nvPr>
            <p:ph type="body"/>
          </p:nvPr>
        </p:nvSpPr>
        <p:spPr>
          <a:xfrm>
            <a:off x="2377800" y="532512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9"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130" name="PlaceHolder 2"/>
          <p:cNvSpPr>
            <a:spLocks noGrp="1"/>
          </p:cNvSpPr>
          <p:nvPr>
            <p:ph type="body"/>
          </p:nvPr>
        </p:nvSpPr>
        <p:spPr>
          <a:xfrm>
            <a:off x="550800" y="4097160"/>
            <a:ext cx="1147680" cy="1121040"/>
          </a:xfrm>
          <a:prstGeom prst="rect">
            <a:avLst/>
          </a:prstGeom>
        </p:spPr>
        <p:txBody>
          <a:bodyPr lIns="0" rIns="0" tIns="0" bIns="0">
            <a:normAutofit fontScale="78000"/>
          </a:bodyPr>
          <a:p>
            <a:endParaRPr b="0" lang="en-US" sz="2000" spc="-1" strike="noStrike">
              <a:solidFill>
                <a:srgbClr val="ffffff"/>
              </a:solidFill>
              <a:latin typeface="Gill Sans MT"/>
            </a:endParaRPr>
          </a:p>
        </p:txBody>
      </p:sp>
      <p:sp>
        <p:nvSpPr>
          <p:cNvPr id="131" name="PlaceHolder 3"/>
          <p:cNvSpPr>
            <a:spLocks noGrp="1"/>
          </p:cNvSpPr>
          <p:nvPr>
            <p:ph type="body"/>
          </p:nvPr>
        </p:nvSpPr>
        <p:spPr>
          <a:xfrm>
            <a:off x="1756080" y="4097160"/>
            <a:ext cx="1147680" cy="1121040"/>
          </a:xfrm>
          <a:prstGeom prst="rect">
            <a:avLst/>
          </a:prstGeom>
        </p:spPr>
        <p:txBody>
          <a:bodyPr lIns="0" rIns="0" tIns="0" bIns="0">
            <a:normAutofit fontScale="78000"/>
          </a:bodyPr>
          <a:p>
            <a:endParaRPr b="0" lang="en-US" sz="2000" spc="-1" strike="noStrike">
              <a:solidFill>
                <a:srgbClr val="ffffff"/>
              </a:solidFill>
              <a:latin typeface="Gill Sans MT"/>
            </a:endParaRPr>
          </a:p>
        </p:txBody>
      </p:sp>
      <p:sp>
        <p:nvSpPr>
          <p:cNvPr id="132" name="PlaceHolder 4"/>
          <p:cNvSpPr>
            <a:spLocks noGrp="1"/>
          </p:cNvSpPr>
          <p:nvPr>
            <p:ph type="body"/>
          </p:nvPr>
        </p:nvSpPr>
        <p:spPr>
          <a:xfrm>
            <a:off x="2961720" y="4097160"/>
            <a:ext cx="1147680" cy="1121040"/>
          </a:xfrm>
          <a:prstGeom prst="rect">
            <a:avLst/>
          </a:prstGeom>
        </p:spPr>
        <p:txBody>
          <a:bodyPr lIns="0" rIns="0" tIns="0" bIns="0">
            <a:normAutofit fontScale="78000"/>
          </a:bodyPr>
          <a:p>
            <a:endParaRPr b="0" lang="en-US" sz="2000" spc="-1" strike="noStrike">
              <a:solidFill>
                <a:srgbClr val="ffffff"/>
              </a:solidFill>
              <a:latin typeface="Gill Sans MT"/>
            </a:endParaRPr>
          </a:p>
        </p:txBody>
      </p:sp>
      <p:sp>
        <p:nvSpPr>
          <p:cNvPr id="133" name="PlaceHolder 5"/>
          <p:cNvSpPr>
            <a:spLocks noGrp="1"/>
          </p:cNvSpPr>
          <p:nvPr>
            <p:ph type="body"/>
          </p:nvPr>
        </p:nvSpPr>
        <p:spPr>
          <a:xfrm>
            <a:off x="550800" y="5325120"/>
            <a:ext cx="1147680" cy="1121040"/>
          </a:xfrm>
          <a:prstGeom prst="rect">
            <a:avLst/>
          </a:prstGeom>
        </p:spPr>
        <p:txBody>
          <a:bodyPr lIns="0" rIns="0" tIns="0" bIns="0">
            <a:normAutofit fontScale="78000"/>
          </a:bodyPr>
          <a:p>
            <a:endParaRPr b="0" lang="en-US" sz="2000" spc="-1" strike="noStrike">
              <a:solidFill>
                <a:srgbClr val="ffffff"/>
              </a:solidFill>
              <a:latin typeface="Gill Sans MT"/>
            </a:endParaRPr>
          </a:p>
        </p:txBody>
      </p:sp>
      <p:sp>
        <p:nvSpPr>
          <p:cNvPr id="134" name="PlaceHolder 6"/>
          <p:cNvSpPr>
            <a:spLocks noGrp="1"/>
          </p:cNvSpPr>
          <p:nvPr>
            <p:ph type="body"/>
          </p:nvPr>
        </p:nvSpPr>
        <p:spPr>
          <a:xfrm>
            <a:off x="1756080" y="5325120"/>
            <a:ext cx="1147680" cy="1121040"/>
          </a:xfrm>
          <a:prstGeom prst="rect">
            <a:avLst/>
          </a:prstGeom>
        </p:spPr>
        <p:txBody>
          <a:bodyPr lIns="0" rIns="0" tIns="0" bIns="0">
            <a:normAutofit fontScale="78000"/>
          </a:bodyPr>
          <a:p>
            <a:endParaRPr b="0" lang="en-US" sz="2000" spc="-1" strike="noStrike">
              <a:solidFill>
                <a:srgbClr val="ffffff"/>
              </a:solidFill>
              <a:latin typeface="Gill Sans MT"/>
            </a:endParaRPr>
          </a:p>
        </p:txBody>
      </p:sp>
      <p:sp>
        <p:nvSpPr>
          <p:cNvPr id="135" name="PlaceHolder 7"/>
          <p:cNvSpPr>
            <a:spLocks noGrp="1"/>
          </p:cNvSpPr>
          <p:nvPr>
            <p:ph type="body"/>
          </p:nvPr>
        </p:nvSpPr>
        <p:spPr>
          <a:xfrm>
            <a:off x="2961720" y="5325120"/>
            <a:ext cx="1147680" cy="1121040"/>
          </a:xfrm>
          <a:prstGeom prst="rect">
            <a:avLst/>
          </a:prstGeom>
        </p:spPr>
        <p:txBody>
          <a:bodyPr lIns="0" rIns="0" tIns="0" bIns="0">
            <a:normAutofit fontScale="78000"/>
          </a:bodyPr>
          <a:p>
            <a:endParaRPr b="0" lang="en-US" sz="2000" spc="-1" strike="noStrike">
              <a:solidFill>
                <a:srgbClr val="ffffff"/>
              </a:solidFill>
              <a:latin typeface="Gill Sans MT"/>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47"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148" name="PlaceHolder 2"/>
          <p:cNvSpPr>
            <a:spLocks noGrp="1"/>
          </p:cNvSpPr>
          <p:nvPr>
            <p:ph type="subTitle"/>
          </p:nvPr>
        </p:nvSpPr>
        <p:spPr>
          <a:xfrm>
            <a:off x="550800" y="4097160"/>
            <a:ext cx="3565080" cy="23508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150" name="PlaceHolder 2"/>
          <p:cNvSpPr>
            <a:spLocks noGrp="1"/>
          </p:cNvSpPr>
          <p:nvPr>
            <p:ph type="body"/>
          </p:nvPr>
        </p:nvSpPr>
        <p:spPr>
          <a:xfrm>
            <a:off x="550800" y="4097160"/>
            <a:ext cx="3565080" cy="2350800"/>
          </a:xfrm>
          <a:prstGeom prst="rect">
            <a:avLst/>
          </a:prstGeom>
        </p:spPr>
        <p:txBody>
          <a:bodyPr lIns="0" rIns="0" tIns="0" bIns="0">
            <a:normAutofit/>
          </a:bodyPr>
          <a:p>
            <a:endParaRPr b="0" lang="en-US" sz="2000" spc="-1" strike="noStrike">
              <a:solidFill>
                <a:srgbClr val="ffffff"/>
              </a:solidFill>
              <a:latin typeface="Gill Sans MT"/>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51"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152" name="PlaceHolder 2"/>
          <p:cNvSpPr>
            <a:spLocks noGrp="1"/>
          </p:cNvSpPr>
          <p:nvPr>
            <p:ph type="body"/>
          </p:nvPr>
        </p:nvSpPr>
        <p:spPr>
          <a:xfrm>
            <a:off x="550800" y="4097160"/>
            <a:ext cx="1739520" cy="235080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153" name="PlaceHolder 3"/>
          <p:cNvSpPr>
            <a:spLocks noGrp="1"/>
          </p:cNvSpPr>
          <p:nvPr>
            <p:ph type="body"/>
          </p:nvPr>
        </p:nvSpPr>
        <p:spPr>
          <a:xfrm>
            <a:off x="2377800" y="4097160"/>
            <a:ext cx="1739520" cy="2350800"/>
          </a:xfrm>
          <a:prstGeom prst="rect">
            <a:avLst/>
          </a:prstGeom>
        </p:spPr>
        <p:txBody>
          <a:bodyPr lIns="0" rIns="0" tIns="0" bIns="0">
            <a:normAutofit/>
          </a:bodyPr>
          <a:p>
            <a:endParaRPr b="0" lang="en-US" sz="2000" spc="-1" strike="noStrike">
              <a:solidFill>
                <a:srgbClr val="ffffff"/>
              </a:solidFill>
              <a:latin typeface="Gill Sans MT"/>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4"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55" name="PlaceHolder 1"/>
          <p:cNvSpPr>
            <a:spLocks noGrp="1"/>
          </p:cNvSpPr>
          <p:nvPr>
            <p:ph type="subTitle"/>
          </p:nvPr>
        </p:nvSpPr>
        <p:spPr>
          <a:xfrm>
            <a:off x="550800" y="1535760"/>
            <a:ext cx="3565800" cy="1371600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6"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157" name="PlaceHolder 2"/>
          <p:cNvSpPr>
            <a:spLocks noGrp="1"/>
          </p:cNvSpPr>
          <p:nvPr>
            <p:ph type="body"/>
          </p:nvPr>
        </p:nvSpPr>
        <p:spPr>
          <a:xfrm>
            <a:off x="550800" y="409716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158" name="PlaceHolder 3"/>
          <p:cNvSpPr>
            <a:spLocks noGrp="1"/>
          </p:cNvSpPr>
          <p:nvPr>
            <p:ph type="body"/>
          </p:nvPr>
        </p:nvSpPr>
        <p:spPr>
          <a:xfrm>
            <a:off x="2377800" y="4097160"/>
            <a:ext cx="1739520" cy="235080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159" name="PlaceHolder 4"/>
          <p:cNvSpPr>
            <a:spLocks noGrp="1"/>
          </p:cNvSpPr>
          <p:nvPr>
            <p:ph type="body"/>
          </p:nvPr>
        </p:nvSpPr>
        <p:spPr>
          <a:xfrm>
            <a:off x="550800" y="532512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60"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161" name="PlaceHolder 2"/>
          <p:cNvSpPr>
            <a:spLocks noGrp="1"/>
          </p:cNvSpPr>
          <p:nvPr>
            <p:ph type="body"/>
          </p:nvPr>
        </p:nvSpPr>
        <p:spPr>
          <a:xfrm>
            <a:off x="550800" y="4097160"/>
            <a:ext cx="1739520" cy="235080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162" name="PlaceHolder 3"/>
          <p:cNvSpPr>
            <a:spLocks noGrp="1"/>
          </p:cNvSpPr>
          <p:nvPr>
            <p:ph type="body"/>
          </p:nvPr>
        </p:nvSpPr>
        <p:spPr>
          <a:xfrm>
            <a:off x="2377800" y="409716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163" name="PlaceHolder 4"/>
          <p:cNvSpPr>
            <a:spLocks noGrp="1"/>
          </p:cNvSpPr>
          <p:nvPr>
            <p:ph type="body"/>
          </p:nvPr>
        </p:nvSpPr>
        <p:spPr>
          <a:xfrm>
            <a:off x="2377800" y="532512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64"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165" name="PlaceHolder 2"/>
          <p:cNvSpPr>
            <a:spLocks noGrp="1"/>
          </p:cNvSpPr>
          <p:nvPr>
            <p:ph type="body"/>
          </p:nvPr>
        </p:nvSpPr>
        <p:spPr>
          <a:xfrm>
            <a:off x="550800" y="409716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166" name="PlaceHolder 3"/>
          <p:cNvSpPr>
            <a:spLocks noGrp="1"/>
          </p:cNvSpPr>
          <p:nvPr>
            <p:ph type="body"/>
          </p:nvPr>
        </p:nvSpPr>
        <p:spPr>
          <a:xfrm>
            <a:off x="2377800" y="409716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167" name="PlaceHolder 4"/>
          <p:cNvSpPr>
            <a:spLocks noGrp="1"/>
          </p:cNvSpPr>
          <p:nvPr>
            <p:ph type="body"/>
          </p:nvPr>
        </p:nvSpPr>
        <p:spPr>
          <a:xfrm>
            <a:off x="550800" y="5325120"/>
            <a:ext cx="3565080" cy="1121040"/>
          </a:xfrm>
          <a:prstGeom prst="rect">
            <a:avLst/>
          </a:prstGeom>
        </p:spPr>
        <p:txBody>
          <a:bodyPr lIns="0" rIns="0" tIns="0" bIns="0">
            <a:normAutofit/>
          </a:bodyPr>
          <a:p>
            <a:endParaRPr b="0" lang="en-US" sz="2000" spc="-1" strike="noStrike">
              <a:solidFill>
                <a:srgbClr val="ffffff"/>
              </a:solidFill>
              <a:latin typeface="Gill Sans MT"/>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68"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169" name="PlaceHolder 2"/>
          <p:cNvSpPr>
            <a:spLocks noGrp="1"/>
          </p:cNvSpPr>
          <p:nvPr>
            <p:ph type="body"/>
          </p:nvPr>
        </p:nvSpPr>
        <p:spPr>
          <a:xfrm>
            <a:off x="550800" y="4097160"/>
            <a:ext cx="356508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170" name="PlaceHolder 3"/>
          <p:cNvSpPr>
            <a:spLocks noGrp="1"/>
          </p:cNvSpPr>
          <p:nvPr>
            <p:ph type="body"/>
          </p:nvPr>
        </p:nvSpPr>
        <p:spPr>
          <a:xfrm>
            <a:off x="550800" y="5325120"/>
            <a:ext cx="3565080" cy="1121040"/>
          </a:xfrm>
          <a:prstGeom prst="rect">
            <a:avLst/>
          </a:prstGeom>
        </p:spPr>
        <p:txBody>
          <a:bodyPr lIns="0" rIns="0" tIns="0" bIns="0">
            <a:normAutofit/>
          </a:bodyPr>
          <a:p>
            <a:endParaRPr b="0" lang="en-US" sz="2000" spc="-1" strike="noStrike">
              <a:solidFill>
                <a:srgbClr val="ffffff"/>
              </a:solidFill>
              <a:latin typeface="Gill Sans MT"/>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71"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172" name="PlaceHolder 2"/>
          <p:cNvSpPr>
            <a:spLocks noGrp="1"/>
          </p:cNvSpPr>
          <p:nvPr>
            <p:ph type="body"/>
          </p:nvPr>
        </p:nvSpPr>
        <p:spPr>
          <a:xfrm>
            <a:off x="550800" y="409716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173" name="PlaceHolder 3"/>
          <p:cNvSpPr>
            <a:spLocks noGrp="1"/>
          </p:cNvSpPr>
          <p:nvPr>
            <p:ph type="body"/>
          </p:nvPr>
        </p:nvSpPr>
        <p:spPr>
          <a:xfrm>
            <a:off x="2377800" y="409716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174" name="PlaceHolder 4"/>
          <p:cNvSpPr>
            <a:spLocks noGrp="1"/>
          </p:cNvSpPr>
          <p:nvPr>
            <p:ph type="body"/>
          </p:nvPr>
        </p:nvSpPr>
        <p:spPr>
          <a:xfrm>
            <a:off x="550800" y="532512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
        <p:nvSpPr>
          <p:cNvPr id="175" name="PlaceHolder 5"/>
          <p:cNvSpPr>
            <a:spLocks noGrp="1"/>
          </p:cNvSpPr>
          <p:nvPr>
            <p:ph type="body"/>
          </p:nvPr>
        </p:nvSpPr>
        <p:spPr>
          <a:xfrm>
            <a:off x="2377800" y="5325120"/>
            <a:ext cx="1739520" cy="1121040"/>
          </a:xfrm>
          <a:prstGeom prst="rect">
            <a:avLst/>
          </a:prstGeom>
        </p:spPr>
        <p:txBody>
          <a:bodyPr lIns="0" rIns="0" tIns="0" bIns="0">
            <a:normAutofit/>
          </a:bodyPr>
          <a:p>
            <a:endParaRPr b="0" lang="en-US" sz="2000" spc="-1" strike="noStrike">
              <a:solidFill>
                <a:srgbClr val="ffffff"/>
              </a:solidFill>
              <a:latin typeface="Gill Sans MT"/>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76" name="PlaceHolder 1"/>
          <p:cNvSpPr>
            <a:spLocks noGrp="1"/>
          </p:cNvSpPr>
          <p:nvPr>
            <p:ph type="title"/>
          </p:nvPr>
        </p:nvSpPr>
        <p:spPr>
          <a:xfrm>
            <a:off x="550800" y="549360"/>
            <a:ext cx="3565800" cy="3384360"/>
          </a:xfrm>
          <a:prstGeom prst="rect">
            <a:avLst/>
          </a:prstGeom>
        </p:spPr>
        <p:txBody>
          <a:bodyPr lIns="0" rIns="0" tIns="0" bIns="0" anchor="ctr">
            <a:noAutofit/>
          </a:bodyPr>
          <a:p>
            <a:endParaRPr b="0" lang="en-US" sz="1800" spc="-1" strike="noStrike">
              <a:solidFill>
                <a:srgbClr val="ffffff"/>
              </a:solidFill>
              <a:latin typeface="Gill Sans MT"/>
            </a:endParaRPr>
          </a:p>
        </p:txBody>
      </p:sp>
      <p:sp>
        <p:nvSpPr>
          <p:cNvPr id="177" name="PlaceHolder 2"/>
          <p:cNvSpPr>
            <a:spLocks noGrp="1"/>
          </p:cNvSpPr>
          <p:nvPr>
            <p:ph type="body"/>
          </p:nvPr>
        </p:nvSpPr>
        <p:spPr>
          <a:xfrm>
            <a:off x="550800" y="4097160"/>
            <a:ext cx="1147680" cy="1121040"/>
          </a:xfrm>
          <a:prstGeom prst="rect">
            <a:avLst/>
          </a:prstGeom>
        </p:spPr>
        <p:txBody>
          <a:bodyPr lIns="0" rIns="0" tIns="0" bIns="0">
            <a:normAutofit fontScale="78000"/>
          </a:bodyPr>
          <a:p>
            <a:endParaRPr b="0" lang="en-US" sz="2000" spc="-1" strike="noStrike">
              <a:solidFill>
                <a:srgbClr val="ffffff"/>
              </a:solidFill>
              <a:latin typeface="Gill Sans MT"/>
            </a:endParaRPr>
          </a:p>
        </p:txBody>
      </p:sp>
      <p:sp>
        <p:nvSpPr>
          <p:cNvPr id="178" name="PlaceHolder 3"/>
          <p:cNvSpPr>
            <a:spLocks noGrp="1"/>
          </p:cNvSpPr>
          <p:nvPr>
            <p:ph type="body"/>
          </p:nvPr>
        </p:nvSpPr>
        <p:spPr>
          <a:xfrm>
            <a:off x="1756080" y="4097160"/>
            <a:ext cx="1147680" cy="1121040"/>
          </a:xfrm>
          <a:prstGeom prst="rect">
            <a:avLst/>
          </a:prstGeom>
        </p:spPr>
        <p:txBody>
          <a:bodyPr lIns="0" rIns="0" tIns="0" bIns="0">
            <a:normAutofit fontScale="78000"/>
          </a:bodyPr>
          <a:p>
            <a:endParaRPr b="0" lang="en-US" sz="2000" spc="-1" strike="noStrike">
              <a:solidFill>
                <a:srgbClr val="ffffff"/>
              </a:solidFill>
              <a:latin typeface="Gill Sans MT"/>
            </a:endParaRPr>
          </a:p>
        </p:txBody>
      </p:sp>
      <p:sp>
        <p:nvSpPr>
          <p:cNvPr id="179" name="PlaceHolder 4"/>
          <p:cNvSpPr>
            <a:spLocks noGrp="1"/>
          </p:cNvSpPr>
          <p:nvPr>
            <p:ph type="body"/>
          </p:nvPr>
        </p:nvSpPr>
        <p:spPr>
          <a:xfrm>
            <a:off x="2961720" y="4097160"/>
            <a:ext cx="1147680" cy="1121040"/>
          </a:xfrm>
          <a:prstGeom prst="rect">
            <a:avLst/>
          </a:prstGeom>
        </p:spPr>
        <p:txBody>
          <a:bodyPr lIns="0" rIns="0" tIns="0" bIns="0">
            <a:normAutofit fontScale="78000"/>
          </a:bodyPr>
          <a:p>
            <a:endParaRPr b="0" lang="en-US" sz="2000" spc="-1" strike="noStrike">
              <a:solidFill>
                <a:srgbClr val="ffffff"/>
              </a:solidFill>
              <a:latin typeface="Gill Sans MT"/>
            </a:endParaRPr>
          </a:p>
        </p:txBody>
      </p:sp>
      <p:sp>
        <p:nvSpPr>
          <p:cNvPr id="180" name="PlaceHolder 5"/>
          <p:cNvSpPr>
            <a:spLocks noGrp="1"/>
          </p:cNvSpPr>
          <p:nvPr>
            <p:ph type="body"/>
          </p:nvPr>
        </p:nvSpPr>
        <p:spPr>
          <a:xfrm>
            <a:off x="550800" y="5325120"/>
            <a:ext cx="1147680" cy="1121040"/>
          </a:xfrm>
          <a:prstGeom prst="rect">
            <a:avLst/>
          </a:prstGeom>
        </p:spPr>
        <p:txBody>
          <a:bodyPr lIns="0" rIns="0" tIns="0" bIns="0">
            <a:normAutofit fontScale="78000"/>
          </a:bodyPr>
          <a:p>
            <a:endParaRPr b="0" lang="en-US" sz="2000" spc="-1" strike="noStrike">
              <a:solidFill>
                <a:srgbClr val="ffffff"/>
              </a:solidFill>
              <a:latin typeface="Gill Sans MT"/>
            </a:endParaRPr>
          </a:p>
        </p:txBody>
      </p:sp>
      <p:sp>
        <p:nvSpPr>
          <p:cNvPr id="181" name="PlaceHolder 6"/>
          <p:cNvSpPr>
            <a:spLocks noGrp="1"/>
          </p:cNvSpPr>
          <p:nvPr>
            <p:ph type="body"/>
          </p:nvPr>
        </p:nvSpPr>
        <p:spPr>
          <a:xfrm>
            <a:off x="1756080" y="5325120"/>
            <a:ext cx="1147680" cy="1121040"/>
          </a:xfrm>
          <a:prstGeom prst="rect">
            <a:avLst/>
          </a:prstGeom>
        </p:spPr>
        <p:txBody>
          <a:bodyPr lIns="0" rIns="0" tIns="0" bIns="0">
            <a:normAutofit fontScale="78000"/>
          </a:bodyPr>
          <a:p>
            <a:endParaRPr b="0" lang="en-US" sz="2000" spc="-1" strike="noStrike">
              <a:solidFill>
                <a:srgbClr val="ffffff"/>
              </a:solidFill>
              <a:latin typeface="Gill Sans MT"/>
            </a:endParaRPr>
          </a:p>
        </p:txBody>
      </p:sp>
      <p:sp>
        <p:nvSpPr>
          <p:cNvPr id="182" name="PlaceHolder 7"/>
          <p:cNvSpPr>
            <a:spLocks noGrp="1"/>
          </p:cNvSpPr>
          <p:nvPr>
            <p:ph type="body"/>
          </p:nvPr>
        </p:nvSpPr>
        <p:spPr>
          <a:xfrm>
            <a:off x="2961720" y="5325120"/>
            <a:ext cx="1147680" cy="1121040"/>
          </a:xfrm>
          <a:prstGeom prst="rect">
            <a:avLst/>
          </a:prstGeom>
        </p:spPr>
        <p:txBody>
          <a:bodyPr lIns="0" rIns="0" tIns="0" bIns="0">
            <a:normAutofit fontScale="78000"/>
          </a:bodyPr>
          <a:p>
            <a:endParaRPr b="0" lang="en-US" sz="2000" spc="-1" strike="noStrike">
              <a:solidFill>
                <a:srgbClr val="ffffff"/>
              </a:solidFill>
              <a:latin typeface="Gill Sans MT"/>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b192e"/>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7999560" y="1051560"/>
            <a:ext cx="3565080" cy="2384640"/>
          </a:xfrm>
          <a:prstGeom prst="rect">
            <a:avLst/>
          </a:prstGeom>
        </p:spPr>
        <p:txBody>
          <a:bodyPr lIns="0" rIns="0" tIns="0" bIns="0" anchor="b">
            <a:noAutofit/>
          </a:bodyPr>
          <a:p>
            <a:pPr>
              <a:lnSpc>
                <a:spcPct val="90000"/>
              </a:lnSpc>
            </a:pPr>
            <a:r>
              <a:rPr b="0" lang="en-US" sz="4800" spc="-1" strike="noStrike">
                <a:solidFill>
                  <a:srgbClr val="ffffff"/>
                </a:solidFill>
                <a:latin typeface="Walbaum Display"/>
              </a:rPr>
              <a:t>3DFloat</a:t>
            </a:r>
            <a:endParaRPr b="0" lang="en-US" sz="4800" spc="-1" strike="noStrike">
              <a:solidFill>
                <a:srgbClr val="ffffff"/>
              </a:solidFill>
              <a:latin typeface="Gill Sans MT"/>
            </a:endParaRPr>
          </a:p>
        </p:txBody>
      </p:sp>
      <p:sp>
        <p:nvSpPr>
          <p:cNvPr id="1" name="PlaceHolder 2"/>
          <p:cNvSpPr>
            <a:spLocks noGrp="1"/>
          </p:cNvSpPr>
          <p:nvPr>
            <p:ph type="body"/>
          </p:nvPr>
        </p:nvSpPr>
        <p:spPr>
          <a:xfrm>
            <a:off x="0" y="0"/>
            <a:ext cx="7452000" cy="6857640"/>
          </a:xfrm>
          <a:prstGeom prst="rect">
            <a:avLst/>
          </a:prstGeom>
        </p:spPr>
        <p:txBody>
          <a:bodyPr lIns="90000" rIns="90000" tIns="45000" bIns="45000">
            <a:noAutofit/>
          </a:bodyPr>
          <a:p>
            <a:pPr>
              <a:lnSpc>
                <a:spcPct val="100000"/>
              </a:lnSpc>
            </a:pPr>
            <a:r>
              <a:rPr b="0" lang="pt-PT" sz="1800" spc="-1" strike="noStrike">
                <a:solidFill>
                  <a:srgbClr val="ffffff"/>
                </a:solidFill>
                <a:latin typeface="Gill Sans MT"/>
              </a:rPr>
              <a:t>Clique no ícone para adicionar uma imagem</a:t>
            </a:r>
            <a:endParaRPr b="0" lang="en-US" sz="1800" spc="-1" strike="noStrike">
              <a:solidFill>
                <a:srgbClr val="ffffff"/>
              </a:solidFill>
              <a:latin typeface="Gill Sans MT"/>
            </a:endParaRPr>
          </a:p>
        </p:txBody>
      </p:sp>
      <p:sp>
        <p:nvSpPr>
          <p:cNvPr id="2" name="CustomShape 3"/>
          <p:cNvSpPr/>
          <p:nvPr/>
        </p:nvSpPr>
        <p:spPr>
          <a:xfrm>
            <a:off x="7999560" y="445320"/>
            <a:ext cx="359640" cy="359640"/>
          </a:xfrm>
          <a:prstGeom prst="ellipse">
            <a:avLst/>
          </a:prstGeom>
          <a:gradFill rotWithShape="0">
            <a:gsLst>
              <a:gs pos="0">
                <a:srgbClr val="1b192e"/>
              </a:gs>
              <a:gs pos="100000">
                <a:srgbClr val="7771b2"/>
              </a:gs>
            </a:gsLst>
            <a:path path="circle"/>
          </a:gradFill>
          <a:ln>
            <a:noFill/>
          </a:ln>
          <a:effectLst>
            <a:innerShdw blurRad="127000" dir="2700000" dist="635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p:style>
      </p:sp>
      <p:grpSp>
        <p:nvGrpSpPr>
          <p:cNvPr id="3" name="Group 4"/>
          <p:cNvGrpSpPr/>
          <p:nvPr/>
        </p:nvGrpSpPr>
        <p:grpSpPr>
          <a:xfrm>
            <a:off x="10835280" y="5500440"/>
            <a:ext cx="828000" cy="828000"/>
            <a:chOff x="10835280" y="5500440"/>
            <a:chExt cx="828000" cy="828000"/>
          </a:xfrm>
        </p:grpSpPr>
        <p:sp>
          <p:nvSpPr>
            <p:cNvPr id="4" name="CustomShape 5"/>
            <p:cNvSpPr/>
            <p:nvPr/>
          </p:nvSpPr>
          <p:spPr>
            <a:xfrm rot="13500000">
              <a:off x="10979280" y="5598720"/>
              <a:ext cx="539640" cy="631080"/>
            </a:xfrm>
            <a:custGeom>
              <a:avLst/>
              <a:gdLst/>
              <a:ah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rotWithShape="0">
              <a:gsLst>
                <a:gs pos="0">
                  <a:srgbClr val="2c284a"/>
                </a:gs>
                <a:gs pos="100000">
                  <a:srgbClr val="1b192e"/>
                </a:gs>
              </a:gsLst>
              <a:lin ang="8700000"/>
            </a:gradFill>
            <a:ln>
              <a:noFill/>
            </a:ln>
            <a:effectLst>
              <a:innerShdw blurRad="101600" dir="7320000" dist="508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p:style>
        </p:sp>
        <p:sp>
          <p:nvSpPr>
            <p:cNvPr id="5" name="CustomShape 6"/>
            <p:cNvSpPr/>
            <p:nvPr/>
          </p:nvSpPr>
          <p:spPr>
            <a:xfrm rot="18900000">
              <a:off x="11241720" y="5516640"/>
              <a:ext cx="269640" cy="539640"/>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p:style>
        </p:sp>
      </p:grpSp>
      <p:sp>
        <p:nvSpPr>
          <p:cNvPr id="6" name="PlaceHolder 7"/>
          <p:cNvSpPr>
            <a:spLocks noGrp="1"/>
          </p:cNvSpPr>
          <p:nvPr>
            <p:ph type="body"/>
          </p:nvPr>
        </p:nvSpPr>
        <p:spPr>
          <a:xfrm>
            <a:off x="7999560" y="3568680"/>
            <a:ext cx="3565080" cy="1731600"/>
          </a:xfrm>
          <a:prstGeom prst="rect">
            <a:avLst/>
          </a:prstGeom>
        </p:spPr>
        <p:txBody>
          <a:bodyPr lIns="0" rIns="0" tIns="0" bIns="0">
            <a:noAutofit/>
          </a:bodyPr>
          <a:p>
            <a:pPr marL="228600" indent="-228240">
              <a:lnSpc>
                <a:spcPct val="110000"/>
              </a:lnSpc>
              <a:spcBef>
                <a:spcPts val="1001"/>
              </a:spcBef>
              <a:spcAft>
                <a:spcPts val="799"/>
              </a:spcAft>
              <a:tabLst>
                <a:tab algn="l" pos="0"/>
              </a:tabLst>
            </a:pPr>
            <a:r>
              <a:rPr b="0" lang="pt-PT" sz="2000" spc="-1" strike="noStrike">
                <a:solidFill>
                  <a:srgbClr val="ffffff"/>
                </a:solidFill>
                <a:latin typeface="Gill Sans MT"/>
              </a:rPr>
              <a:t>Clique para editar os estilos do texto de Modelo Global</a:t>
            </a:r>
            <a:endParaRPr b="0" lang="en-US" sz="2000" spc="-1" strike="noStrike">
              <a:solidFill>
                <a:srgbClr val="ffffff"/>
              </a:solidFill>
              <a:latin typeface="Gill Sans MT"/>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b192e"/>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550800" y="4507200"/>
            <a:ext cx="4500360" cy="1562760"/>
          </a:xfrm>
          <a:prstGeom prst="rect">
            <a:avLst/>
          </a:prstGeom>
        </p:spPr>
        <p:txBody>
          <a:bodyPr lIns="0" rIns="0" tIns="0" bIns="0">
            <a:noAutofit/>
          </a:bodyPr>
          <a:p>
            <a:pPr>
              <a:lnSpc>
                <a:spcPct val="90000"/>
              </a:lnSpc>
            </a:pPr>
            <a:r>
              <a:rPr b="0" lang="pt-PT" sz="4800" spc="-1" strike="noStrike">
                <a:solidFill>
                  <a:srgbClr val="ffffff"/>
                </a:solidFill>
                <a:latin typeface="Walbaum Display"/>
              </a:rPr>
              <a:t>Clique para editar o estilo de título do Modelo Global</a:t>
            </a:r>
            <a:endParaRPr b="0" lang="en-US" sz="4800" spc="-1" strike="noStrike">
              <a:solidFill>
                <a:srgbClr val="ffffff"/>
              </a:solidFill>
              <a:latin typeface="Gill Sans MT"/>
            </a:endParaRPr>
          </a:p>
        </p:txBody>
      </p:sp>
      <p:sp>
        <p:nvSpPr>
          <p:cNvPr id="44" name="PlaceHolder 2"/>
          <p:cNvSpPr>
            <a:spLocks noGrp="1"/>
          </p:cNvSpPr>
          <p:nvPr>
            <p:ph type="body"/>
          </p:nvPr>
        </p:nvSpPr>
        <p:spPr>
          <a:xfrm>
            <a:off x="0" y="0"/>
            <a:ext cx="3053880" cy="3776040"/>
          </a:xfrm>
          <a:prstGeom prst="rect">
            <a:avLst/>
          </a:prstGeom>
        </p:spPr>
        <p:txBody>
          <a:bodyPr lIns="90000" rIns="90000" tIns="45000" bIns="45000">
            <a:noAutofit/>
          </a:bodyPr>
          <a:p>
            <a:pPr>
              <a:lnSpc>
                <a:spcPct val="100000"/>
              </a:lnSpc>
            </a:pPr>
            <a:r>
              <a:rPr b="0" lang="pt-PT" sz="1800" spc="-1" strike="noStrike">
                <a:solidFill>
                  <a:srgbClr val="ffffff"/>
                </a:solidFill>
                <a:latin typeface="Gill Sans MT"/>
              </a:rPr>
              <a:t>Clique no ícone para adicionar uma imagem</a:t>
            </a:r>
            <a:endParaRPr b="0" lang="en-US" sz="1800" spc="-1" strike="noStrike">
              <a:solidFill>
                <a:srgbClr val="ffffff"/>
              </a:solidFill>
              <a:latin typeface="Gill Sans MT"/>
            </a:endParaRPr>
          </a:p>
        </p:txBody>
      </p:sp>
      <p:sp>
        <p:nvSpPr>
          <p:cNvPr id="45" name="PlaceHolder 3"/>
          <p:cNvSpPr>
            <a:spLocks noGrp="1"/>
          </p:cNvSpPr>
          <p:nvPr>
            <p:ph type="body"/>
          </p:nvPr>
        </p:nvSpPr>
        <p:spPr>
          <a:xfrm>
            <a:off x="3054240" y="0"/>
            <a:ext cx="3053880" cy="3776040"/>
          </a:xfrm>
          <a:prstGeom prst="rect">
            <a:avLst/>
          </a:prstGeom>
        </p:spPr>
        <p:txBody>
          <a:bodyPr lIns="90000" rIns="90000" tIns="45000" bIns="45000">
            <a:noAutofit/>
          </a:bodyPr>
          <a:p>
            <a:pPr>
              <a:lnSpc>
                <a:spcPct val="100000"/>
              </a:lnSpc>
            </a:pPr>
            <a:r>
              <a:rPr b="0" lang="pt-PT" sz="1800" spc="-1" strike="noStrike">
                <a:solidFill>
                  <a:srgbClr val="ffffff"/>
                </a:solidFill>
                <a:latin typeface="Gill Sans MT"/>
              </a:rPr>
              <a:t>Clique no ícone para adicionar uma imagem</a:t>
            </a:r>
            <a:endParaRPr b="0" lang="en-US" sz="1800" spc="-1" strike="noStrike">
              <a:solidFill>
                <a:srgbClr val="ffffff"/>
              </a:solidFill>
              <a:latin typeface="Gill Sans MT"/>
            </a:endParaRPr>
          </a:p>
        </p:txBody>
      </p:sp>
      <p:sp>
        <p:nvSpPr>
          <p:cNvPr id="46" name="PlaceHolder 4"/>
          <p:cNvSpPr>
            <a:spLocks noGrp="1"/>
          </p:cNvSpPr>
          <p:nvPr>
            <p:ph type="body"/>
          </p:nvPr>
        </p:nvSpPr>
        <p:spPr>
          <a:xfrm>
            <a:off x="6083640" y="0"/>
            <a:ext cx="3053880" cy="3776040"/>
          </a:xfrm>
          <a:prstGeom prst="rect">
            <a:avLst/>
          </a:prstGeom>
        </p:spPr>
        <p:txBody>
          <a:bodyPr lIns="90000" rIns="90000" tIns="45000" bIns="45000">
            <a:noAutofit/>
          </a:bodyPr>
          <a:p>
            <a:pPr>
              <a:lnSpc>
                <a:spcPct val="100000"/>
              </a:lnSpc>
            </a:pPr>
            <a:r>
              <a:rPr b="0" lang="pt-PT" sz="1800" spc="-1" strike="noStrike">
                <a:solidFill>
                  <a:srgbClr val="ffffff"/>
                </a:solidFill>
                <a:latin typeface="Gill Sans MT"/>
              </a:rPr>
              <a:t>Clique no ícone para adicionar uma imagem</a:t>
            </a:r>
            <a:endParaRPr b="0" lang="en-US" sz="1800" spc="-1" strike="noStrike">
              <a:solidFill>
                <a:srgbClr val="ffffff"/>
              </a:solidFill>
              <a:latin typeface="Gill Sans MT"/>
            </a:endParaRPr>
          </a:p>
        </p:txBody>
      </p:sp>
      <p:sp>
        <p:nvSpPr>
          <p:cNvPr id="47" name="PlaceHolder 5"/>
          <p:cNvSpPr>
            <a:spLocks noGrp="1"/>
          </p:cNvSpPr>
          <p:nvPr>
            <p:ph type="body"/>
          </p:nvPr>
        </p:nvSpPr>
        <p:spPr>
          <a:xfrm>
            <a:off x="9137880" y="0"/>
            <a:ext cx="3053880" cy="3776040"/>
          </a:xfrm>
          <a:prstGeom prst="rect">
            <a:avLst/>
          </a:prstGeom>
        </p:spPr>
        <p:txBody>
          <a:bodyPr lIns="90000" rIns="90000" tIns="45000" bIns="45000">
            <a:noAutofit/>
          </a:bodyPr>
          <a:p>
            <a:pPr>
              <a:lnSpc>
                <a:spcPct val="100000"/>
              </a:lnSpc>
            </a:pPr>
            <a:r>
              <a:rPr b="0" lang="pt-PT" sz="1800" spc="-1" strike="noStrike">
                <a:solidFill>
                  <a:srgbClr val="ffffff"/>
                </a:solidFill>
                <a:latin typeface="Gill Sans MT"/>
              </a:rPr>
              <a:t>Clique no ícone para adicionar uma imagem</a:t>
            </a:r>
            <a:endParaRPr b="0" lang="en-US" sz="1800" spc="-1" strike="noStrike">
              <a:solidFill>
                <a:srgbClr val="ffffff"/>
              </a:solidFill>
              <a:latin typeface="Gill Sans MT"/>
            </a:endParaRPr>
          </a:p>
        </p:txBody>
      </p:sp>
      <p:sp>
        <p:nvSpPr>
          <p:cNvPr id="48" name="PlaceHolder 6"/>
          <p:cNvSpPr>
            <a:spLocks noGrp="1"/>
          </p:cNvSpPr>
          <p:nvPr>
            <p:ph type="dt"/>
          </p:nvPr>
        </p:nvSpPr>
        <p:spPr>
          <a:xfrm>
            <a:off x="550800" y="6507360"/>
            <a:ext cx="2628720" cy="153360"/>
          </a:xfrm>
          <a:prstGeom prst="rect">
            <a:avLst/>
          </a:prstGeom>
        </p:spPr>
        <p:txBody>
          <a:bodyPr lIns="0" rIns="0" tIns="0" bIns="0" anchor="ctr">
            <a:noAutofit/>
          </a:bodyPr>
          <a:p>
            <a:pPr>
              <a:lnSpc>
                <a:spcPct val="100000"/>
              </a:lnSpc>
            </a:pPr>
            <a:r>
              <a:rPr b="0" lang="en-US" sz="1000" spc="-1" strike="noStrike">
                <a:solidFill>
                  <a:srgbClr val="a6a6a6"/>
                </a:solidFill>
                <a:latin typeface="Gill Sans MT"/>
              </a:rPr>
              <a:t>Tuesday, February 2, 20XX</a:t>
            </a:r>
            <a:endParaRPr b="0" lang="en-US" sz="1000" spc="-1" strike="noStrike">
              <a:latin typeface="Times New Roman"/>
            </a:endParaRPr>
          </a:p>
        </p:txBody>
      </p:sp>
      <p:sp>
        <p:nvSpPr>
          <p:cNvPr id="49" name="PlaceHolder 7"/>
          <p:cNvSpPr>
            <a:spLocks noGrp="1"/>
          </p:cNvSpPr>
          <p:nvPr>
            <p:ph type="ftr"/>
          </p:nvPr>
        </p:nvSpPr>
        <p:spPr>
          <a:xfrm>
            <a:off x="3359160" y="6507360"/>
            <a:ext cx="6378840" cy="153360"/>
          </a:xfrm>
          <a:prstGeom prst="rect">
            <a:avLst/>
          </a:prstGeom>
        </p:spPr>
        <p:txBody>
          <a:bodyPr lIns="0" rIns="0" tIns="0" bIns="0" anchor="ctr">
            <a:noAutofit/>
          </a:bodyPr>
          <a:p>
            <a:pPr>
              <a:lnSpc>
                <a:spcPct val="100000"/>
              </a:lnSpc>
            </a:pPr>
            <a:r>
              <a:rPr b="0" lang="en-US" sz="1000" spc="-1" strike="noStrike">
                <a:solidFill>
                  <a:srgbClr val="a6a6a6"/>
                </a:solidFill>
                <a:latin typeface="Gill Sans MT"/>
              </a:rPr>
              <a:t>Sample Footer Text</a:t>
            </a:r>
            <a:endParaRPr b="0" lang="en-US" sz="1000" spc="-1" strike="noStrike">
              <a:latin typeface="Times New Roman"/>
            </a:endParaRPr>
          </a:p>
        </p:txBody>
      </p:sp>
      <p:sp>
        <p:nvSpPr>
          <p:cNvPr id="50" name="PlaceHolder 8"/>
          <p:cNvSpPr>
            <a:spLocks noGrp="1"/>
          </p:cNvSpPr>
          <p:nvPr>
            <p:ph type="sldNum"/>
          </p:nvPr>
        </p:nvSpPr>
        <p:spPr>
          <a:xfrm>
            <a:off x="9948960" y="6507360"/>
            <a:ext cx="1692000" cy="153360"/>
          </a:xfrm>
          <a:prstGeom prst="rect">
            <a:avLst/>
          </a:prstGeom>
        </p:spPr>
        <p:txBody>
          <a:bodyPr lIns="0" rIns="0" tIns="0" bIns="0" anchor="ctr">
            <a:noAutofit/>
          </a:bodyPr>
          <a:p>
            <a:pPr algn="r">
              <a:lnSpc>
                <a:spcPct val="100000"/>
              </a:lnSpc>
            </a:pPr>
            <a:fld id="{A4AA6459-6883-479E-AB99-BA06AB234570}" type="slidenum">
              <a:rPr b="0" lang="en-US" sz="1000" spc="-1" strike="noStrike">
                <a:solidFill>
                  <a:srgbClr val="a6a6a6"/>
                </a:solidFill>
                <a:latin typeface="Gill Sans MT"/>
              </a:rPr>
              <a:t>&lt;number&gt;</a:t>
            </a:fld>
            <a:endParaRPr b="0" lang="en-US" sz="1000" spc="-1" strike="noStrike">
              <a:latin typeface="Times New Roman"/>
            </a:endParaRPr>
          </a:p>
        </p:txBody>
      </p:sp>
      <p:sp>
        <p:nvSpPr>
          <p:cNvPr id="51" name="PlaceHolder 9"/>
          <p:cNvSpPr>
            <a:spLocks noGrp="1"/>
          </p:cNvSpPr>
          <p:nvPr>
            <p:ph type="body"/>
          </p:nvPr>
        </p:nvSpPr>
        <p:spPr>
          <a:xfrm>
            <a:off x="5262480" y="4508640"/>
            <a:ext cx="6221160" cy="1563480"/>
          </a:xfrm>
          <a:prstGeom prst="rect">
            <a:avLst/>
          </a:prstGeom>
        </p:spPr>
        <p:txBody>
          <a:bodyPr lIns="0" rIns="0" tIns="0" bIns="0">
            <a:noAutofit/>
          </a:bodyPr>
          <a:p>
            <a:pPr marL="228600" indent="-228240">
              <a:lnSpc>
                <a:spcPct val="100000"/>
              </a:lnSpc>
              <a:spcBef>
                <a:spcPts val="1001"/>
              </a:spcBef>
              <a:spcAft>
                <a:spcPts val="799"/>
              </a:spcAft>
              <a:buClr>
                <a:srgbClr val="ffffff"/>
              </a:buClr>
              <a:buFont typeface="Arial"/>
              <a:buChar char="•"/>
            </a:pPr>
            <a:r>
              <a:rPr b="0" lang="pt-PT" sz="2000" spc="-1" strike="noStrike">
                <a:solidFill>
                  <a:srgbClr val="ffffff"/>
                </a:solidFill>
                <a:latin typeface="Gill Sans MT"/>
              </a:rPr>
              <a:t>Clique para editar os estilos do texto de Modelo Global</a:t>
            </a:r>
            <a:endParaRPr b="0" lang="en-US" sz="2000" spc="-1" strike="noStrike">
              <a:solidFill>
                <a:srgbClr val="ffffff"/>
              </a:solidFill>
              <a:latin typeface="Gill Sans MT"/>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b192e"/>
        </a:solidFill>
      </p:bgPr>
    </p:bg>
    <p:spTree>
      <p:nvGrpSpPr>
        <p:cNvPr id="1" name=""/>
        <p:cNvGrpSpPr/>
        <p:nvPr/>
      </p:nvGrpSpPr>
      <p:grpSpPr>
        <a:xfrm>
          <a:off x="0" y="0"/>
          <a:ext cx="0" cy="0"/>
          <a:chOff x="0" y="0"/>
          <a:chExt cx="0" cy="0"/>
        </a:xfrm>
      </p:grpSpPr>
      <p:sp>
        <p:nvSpPr>
          <p:cNvPr id="88" name="PlaceHolder 1"/>
          <p:cNvSpPr>
            <a:spLocks noGrp="1"/>
          </p:cNvSpPr>
          <p:nvPr>
            <p:ph type="title"/>
          </p:nvPr>
        </p:nvSpPr>
        <p:spPr>
          <a:xfrm>
            <a:off x="550800" y="549360"/>
            <a:ext cx="3565080" cy="1997640"/>
          </a:xfrm>
          <a:prstGeom prst="rect">
            <a:avLst/>
          </a:prstGeom>
        </p:spPr>
        <p:txBody>
          <a:bodyPr lIns="0" rIns="0" tIns="0" bIns="0" anchor="b">
            <a:noAutofit/>
          </a:bodyPr>
          <a:p>
            <a:pPr>
              <a:lnSpc>
                <a:spcPct val="90000"/>
              </a:lnSpc>
            </a:pPr>
            <a:r>
              <a:rPr b="0" lang="en-US" sz="4800" spc="-1" strike="noStrike">
                <a:solidFill>
                  <a:srgbClr val="ffffff"/>
                </a:solidFill>
                <a:latin typeface="Walbaum Display"/>
              </a:rPr>
              <a:t>Click to add title</a:t>
            </a:r>
            <a:endParaRPr b="0" lang="en-US" sz="4800" spc="-1" strike="noStrike">
              <a:solidFill>
                <a:srgbClr val="ffffff"/>
              </a:solidFill>
              <a:latin typeface="Gill Sans MT"/>
            </a:endParaRPr>
          </a:p>
        </p:txBody>
      </p:sp>
      <p:sp>
        <p:nvSpPr>
          <p:cNvPr id="89" name="PlaceHolder 2"/>
          <p:cNvSpPr>
            <a:spLocks noGrp="1"/>
          </p:cNvSpPr>
          <p:nvPr>
            <p:ph type="body"/>
          </p:nvPr>
        </p:nvSpPr>
        <p:spPr>
          <a:xfrm>
            <a:off x="550800" y="2677320"/>
            <a:ext cx="3565080" cy="3415320"/>
          </a:xfrm>
          <a:prstGeom prst="rect">
            <a:avLst/>
          </a:prstGeom>
        </p:spPr>
        <p:txBody>
          <a:bodyPr lIns="0" rIns="0" tIns="0" bIns="0">
            <a:noAutofit/>
          </a:bodyPr>
          <a:p>
            <a:pPr marL="228600" indent="-228240">
              <a:lnSpc>
                <a:spcPct val="120000"/>
              </a:lnSpc>
              <a:spcBef>
                <a:spcPts val="1001"/>
              </a:spcBef>
              <a:spcAft>
                <a:spcPts val="799"/>
              </a:spcAft>
              <a:tabLst>
                <a:tab algn="l" pos="0"/>
              </a:tabLst>
            </a:pPr>
            <a:r>
              <a:rPr b="0" lang="en-US" sz="1600" spc="-1" strike="noStrike">
                <a:solidFill>
                  <a:srgbClr val="ffffff"/>
                </a:solidFill>
                <a:latin typeface="Gill Sans MT"/>
              </a:rPr>
              <a:t>Click to add text</a:t>
            </a:r>
            <a:endParaRPr b="0" lang="en-US" sz="1600" spc="-1" strike="noStrike">
              <a:solidFill>
                <a:srgbClr val="ffffff"/>
              </a:solidFill>
              <a:latin typeface="Gill Sans MT"/>
            </a:endParaRPr>
          </a:p>
        </p:txBody>
      </p:sp>
      <p:sp>
        <p:nvSpPr>
          <p:cNvPr id="90" name="PlaceHolder 3"/>
          <p:cNvSpPr>
            <a:spLocks noGrp="1"/>
          </p:cNvSpPr>
          <p:nvPr>
            <p:ph type="body"/>
          </p:nvPr>
        </p:nvSpPr>
        <p:spPr>
          <a:xfrm>
            <a:off x="5208840" y="1596600"/>
            <a:ext cx="3448080" cy="3448080"/>
          </a:xfrm>
          <a:prstGeom prst="rect">
            <a:avLst/>
          </a:prstGeom>
        </p:spPr>
        <p:txBody>
          <a:bodyPr lIns="90000" rIns="90000" tIns="45000" bIns="45000">
            <a:noAutofit/>
          </a:bodyPr>
          <a:p>
            <a:pPr>
              <a:lnSpc>
                <a:spcPct val="100000"/>
              </a:lnSpc>
            </a:pPr>
            <a:r>
              <a:rPr b="0" lang="pt-PT" sz="1800" spc="-1" strike="noStrike">
                <a:solidFill>
                  <a:srgbClr val="ffffff"/>
                </a:solidFill>
                <a:latin typeface="Gill Sans MT"/>
              </a:rPr>
              <a:t>Clique no ícone para adicionar </a:t>
            </a:r>
            <a:r>
              <a:rPr b="0" lang="pt-PT" sz="1800" spc="-1" strike="noStrike">
                <a:solidFill>
                  <a:srgbClr val="ffffff"/>
                </a:solidFill>
                <a:latin typeface="Gill Sans MT"/>
              </a:rPr>
              <a:t>uma imagem</a:t>
            </a:r>
            <a:endParaRPr b="0" lang="en-US" sz="1800" spc="-1" strike="noStrike">
              <a:solidFill>
                <a:srgbClr val="ffffff"/>
              </a:solidFill>
              <a:latin typeface="Gill Sans MT"/>
            </a:endParaRPr>
          </a:p>
        </p:txBody>
      </p:sp>
      <p:sp>
        <p:nvSpPr>
          <p:cNvPr id="91" name="PlaceHolder 4"/>
          <p:cNvSpPr>
            <a:spLocks noGrp="1"/>
          </p:cNvSpPr>
          <p:nvPr>
            <p:ph type="body"/>
          </p:nvPr>
        </p:nvSpPr>
        <p:spPr>
          <a:xfrm>
            <a:off x="8918640" y="596520"/>
            <a:ext cx="2263320" cy="2263320"/>
          </a:xfrm>
          <a:prstGeom prst="rect">
            <a:avLst/>
          </a:prstGeom>
        </p:spPr>
        <p:txBody>
          <a:bodyPr lIns="90000" rIns="90000" tIns="45000" bIns="45000">
            <a:noAutofit/>
          </a:bodyPr>
          <a:p>
            <a:pPr>
              <a:lnSpc>
                <a:spcPct val="100000"/>
              </a:lnSpc>
            </a:pPr>
            <a:r>
              <a:rPr b="0" lang="pt-PT" sz="1800" spc="-1" strike="noStrike">
                <a:solidFill>
                  <a:srgbClr val="ffffff"/>
                </a:solidFill>
                <a:latin typeface="Gill Sans MT"/>
              </a:rPr>
              <a:t>Clique no ícone para adicionar uma imagem</a:t>
            </a:r>
            <a:endParaRPr b="0" lang="en-US" sz="1800" spc="-1" strike="noStrike">
              <a:solidFill>
                <a:srgbClr val="ffffff"/>
              </a:solidFill>
              <a:latin typeface="Gill Sans MT"/>
            </a:endParaRPr>
          </a:p>
        </p:txBody>
      </p:sp>
      <p:sp>
        <p:nvSpPr>
          <p:cNvPr id="92" name="PlaceHolder 5"/>
          <p:cNvSpPr>
            <a:spLocks noGrp="1"/>
          </p:cNvSpPr>
          <p:nvPr>
            <p:ph type="body"/>
          </p:nvPr>
        </p:nvSpPr>
        <p:spPr>
          <a:xfrm>
            <a:off x="9091440" y="3324600"/>
            <a:ext cx="2936520" cy="2936520"/>
          </a:xfrm>
          <a:prstGeom prst="rect">
            <a:avLst/>
          </a:prstGeom>
        </p:spPr>
        <p:txBody>
          <a:bodyPr lIns="90000" rIns="90000" tIns="45000" bIns="45000">
            <a:noAutofit/>
          </a:bodyPr>
          <a:p>
            <a:pPr>
              <a:lnSpc>
                <a:spcPct val="100000"/>
              </a:lnSpc>
            </a:pPr>
            <a:r>
              <a:rPr b="0" lang="pt-PT" sz="1800" spc="-1" strike="noStrike">
                <a:solidFill>
                  <a:srgbClr val="ffffff"/>
                </a:solidFill>
                <a:latin typeface="Gill Sans MT"/>
              </a:rPr>
              <a:t>Clique no ícone para adicionar uma imagem</a:t>
            </a:r>
            <a:endParaRPr b="0" lang="en-US" sz="1800" spc="-1" strike="noStrike">
              <a:solidFill>
                <a:srgbClr val="ffffff"/>
              </a:solidFill>
              <a:latin typeface="Gill Sans MT"/>
            </a:endParaRPr>
          </a:p>
        </p:txBody>
      </p:sp>
      <p:sp>
        <p:nvSpPr>
          <p:cNvPr id="93" name="PlaceHolder 6"/>
          <p:cNvSpPr>
            <a:spLocks noGrp="1"/>
          </p:cNvSpPr>
          <p:nvPr>
            <p:ph type="dt"/>
          </p:nvPr>
        </p:nvSpPr>
        <p:spPr>
          <a:xfrm>
            <a:off x="550800" y="6507360"/>
            <a:ext cx="2628720" cy="153360"/>
          </a:xfrm>
          <a:prstGeom prst="rect">
            <a:avLst/>
          </a:prstGeom>
        </p:spPr>
        <p:txBody>
          <a:bodyPr lIns="0" rIns="0" tIns="0" bIns="0" anchor="ctr">
            <a:noAutofit/>
          </a:bodyPr>
          <a:p>
            <a:pPr>
              <a:lnSpc>
                <a:spcPct val="100000"/>
              </a:lnSpc>
            </a:pPr>
            <a:r>
              <a:rPr b="0" lang="en-US" sz="1000" spc="-1" strike="noStrike">
                <a:solidFill>
                  <a:srgbClr val="a6a6a6"/>
                </a:solidFill>
                <a:latin typeface="Gill Sans MT"/>
              </a:rPr>
              <a:t>Tuesday, February 2, 20XX</a:t>
            </a:r>
            <a:endParaRPr b="0" lang="en-US" sz="1000" spc="-1" strike="noStrike">
              <a:latin typeface="Times New Roman"/>
            </a:endParaRPr>
          </a:p>
        </p:txBody>
      </p:sp>
      <p:sp>
        <p:nvSpPr>
          <p:cNvPr id="94" name="PlaceHolder 7"/>
          <p:cNvSpPr>
            <a:spLocks noGrp="1"/>
          </p:cNvSpPr>
          <p:nvPr>
            <p:ph type="ftr"/>
          </p:nvPr>
        </p:nvSpPr>
        <p:spPr>
          <a:xfrm>
            <a:off x="3359160" y="6507360"/>
            <a:ext cx="6378840" cy="153360"/>
          </a:xfrm>
          <a:prstGeom prst="rect">
            <a:avLst/>
          </a:prstGeom>
        </p:spPr>
        <p:txBody>
          <a:bodyPr lIns="0" rIns="0" tIns="0" bIns="0" anchor="ctr">
            <a:noAutofit/>
          </a:bodyPr>
          <a:p>
            <a:pPr>
              <a:lnSpc>
                <a:spcPct val="100000"/>
              </a:lnSpc>
            </a:pPr>
            <a:r>
              <a:rPr b="0" lang="en-US" sz="1000" spc="-1" strike="noStrike">
                <a:solidFill>
                  <a:srgbClr val="a6a6a6"/>
                </a:solidFill>
                <a:latin typeface="Gill Sans MT"/>
              </a:rPr>
              <a:t>Sample Footer Text</a:t>
            </a:r>
            <a:endParaRPr b="0" lang="en-US" sz="1000" spc="-1" strike="noStrike">
              <a:latin typeface="Times New Roman"/>
            </a:endParaRPr>
          </a:p>
        </p:txBody>
      </p:sp>
      <p:sp>
        <p:nvSpPr>
          <p:cNvPr id="95" name="PlaceHolder 8"/>
          <p:cNvSpPr>
            <a:spLocks noGrp="1"/>
          </p:cNvSpPr>
          <p:nvPr>
            <p:ph type="sldNum"/>
          </p:nvPr>
        </p:nvSpPr>
        <p:spPr>
          <a:xfrm>
            <a:off x="9948960" y="6507360"/>
            <a:ext cx="1692000" cy="153360"/>
          </a:xfrm>
          <a:prstGeom prst="rect">
            <a:avLst/>
          </a:prstGeom>
        </p:spPr>
        <p:txBody>
          <a:bodyPr lIns="0" rIns="0" tIns="0" bIns="0" anchor="ctr">
            <a:noAutofit/>
          </a:bodyPr>
          <a:p>
            <a:pPr algn="r">
              <a:lnSpc>
                <a:spcPct val="100000"/>
              </a:lnSpc>
            </a:pPr>
            <a:fld id="{E5DE4DC4-E7CB-4791-A2C9-75AF09D06562}" type="slidenum">
              <a:rPr b="0" lang="en-US" sz="1000" spc="-1" strike="noStrike">
                <a:solidFill>
                  <a:srgbClr val="a6a6a6"/>
                </a:solidFill>
                <a:latin typeface="Gill Sans MT"/>
              </a:rPr>
              <a:t>&lt;number&gt;</a:t>
            </a:fld>
            <a:endParaRPr b="0" lang="en-US" sz="1000" spc="-1" strike="noStrike">
              <a:latin typeface="Times New Roman"/>
            </a:endParaRPr>
          </a:p>
        </p:txBody>
      </p:sp>
      <p:sp>
        <p:nvSpPr>
          <p:cNvPr id="96" name="CustomShape 9"/>
          <p:cNvSpPr/>
          <p:nvPr/>
        </p:nvSpPr>
        <p:spPr>
          <a:xfrm>
            <a:off x="6548760" y="850320"/>
            <a:ext cx="359640" cy="359640"/>
          </a:xfrm>
          <a:prstGeom prst="ellipse">
            <a:avLst/>
          </a:prstGeom>
          <a:gradFill rotWithShape="0">
            <a:gsLst>
              <a:gs pos="0">
                <a:srgbClr val="1b192e"/>
              </a:gs>
              <a:gs pos="100000">
                <a:srgbClr val="7771b2"/>
              </a:gs>
            </a:gsLst>
            <a:path path="circle"/>
          </a:gradFill>
          <a:ln>
            <a:noFill/>
          </a:ln>
          <a:effectLst>
            <a:innerShdw blurRad="127000" dir="2700000" dist="635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p:style>
      </p:sp>
      <p:grpSp>
        <p:nvGrpSpPr>
          <p:cNvPr id="97" name="Group 10"/>
          <p:cNvGrpSpPr/>
          <p:nvPr/>
        </p:nvGrpSpPr>
        <p:grpSpPr>
          <a:xfrm>
            <a:off x="5586120" y="5592600"/>
            <a:ext cx="828000" cy="828000"/>
            <a:chOff x="5586120" y="5592600"/>
            <a:chExt cx="828000" cy="828000"/>
          </a:xfrm>
        </p:grpSpPr>
        <p:sp>
          <p:nvSpPr>
            <p:cNvPr id="98" name="CustomShape 11"/>
            <p:cNvSpPr/>
            <p:nvPr/>
          </p:nvSpPr>
          <p:spPr>
            <a:xfrm rot="8100000">
              <a:off x="5730120" y="5690880"/>
              <a:ext cx="539640" cy="631080"/>
            </a:xfrm>
            <a:custGeom>
              <a:avLst/>
              <a:gdLst/>
              <a:ah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rotWithShape="0">
              <a:gsLst>
                <a:gs pos="0">
                  <a:srgbClr val="2c284a"/>
                </a:gs>
                <a:gs pos="100000">
                  <a:srgbClr val="1b192e"/>
                </a:gs>
              </a:gsLst>
              <a:lin ang="8700000"/>
            </a:gradFill>
            <a:ln>
              <a:noFill/>
            </a:ln>
            <a:effectLst>
              <a:innerShdw blurRad="101600" dir="7320000" dist="508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p:style>
        </p:sp>
        <p:sp>
          <p:nvSpPr>
            <p:cNvPr id="99" name="CustomShape 12"/>
            <p:cNvSpPr/>
            <p:nvPr/>
          </p:nvSpPr>
          <p:spPr>
            <a:xfrm rot="13500000">
              <a:off x="5737320" y="5609160"/>
              <a:ext cx="269640" cy="539640"/>
            </a:xfrm>
            <a:prstGeom prst="ellipse">
              <a:avLst/>
            </a:prstGeom>
            <a:gradFill rotWithShape="0">
              <a:gsLst>
                <a:gs pos="0">
                  <a:srgbClr val="454075">
                    <a:alpha val="33333"/>
                  </a:srgbClr>
                </a:gs>
                <a:gs pos="100000">
                  <a:srgbClr val="5befc1">
                    <a:alpha val="0"/>
                  </a:srgbClr>
                </a:gs>
              </a:gsLst>
              <a:lin ang="1890000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p:style>
        </p:sp>
      </p:gr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b192e"/>
        </a:solidFill>
      </p:bgPr>
    </p:bg>
    <p:spTree>
      <p:nvGrpSpPr>
        <p:cNvPr id="1" name=""/>
        <p:cNvGrpSpPr/>
        <p:nvPr/>
      </p:nvGrpSpPr>
      <p:grpSpPr>
        <a:xfrm>
          <a:off x="0" y="0"/>
          <a:ext cx="0" cy="0"/>
          <a:chOff x="0" y="0"/>
          <a:chExt cx="0" cy="0"/>
        </a:xfrm>
      </p:grpSpPr>
      <p:sp>
        <p:nvSpPr>
          <p:cNvPr id="136" name="PlaceHolder 1"/>
          <p:cNvSpPr>
            <a:spLocks noGrp="1"/>
          </p:cNvSpPr>
          <p:nvPr>
            <p:ph type="title"/>
          </p:nvPr>
        </p:nvSpPr>
        <p:spPr>
          <a:xfrm>
            <a:off x="550800" y="549360"/>
            <a:ext cx="3565800" cy="3384360"/>
          </a:xfrm>
          <a:prstGeom prst="rect">
            <a:avLst/>
          </a:prstGeom>
        </p:spPr>
        <p:txBody>
          <a:bodyPr lIns="0" rIns="0" tIns="0" bIns="0" anchor="b">
            <a:noAutofit/>
          </a:bodyPr>
          <a:p>
            <a:pPr>
              <a:lnSpc>
                <a:spcPct val="90000"/>
              </a:lnSpc>
            </a:pPr>
            <a:r>
              <a:rPr b="0" lang="pt-PT" sz="4000" spc="-1" strike="noStrike">
                <a:solidFill>
                  <a:srgbClr val="ffffff"/>
                </a:solidFill>
                <a:latin typeface="Walbaum Display"/>
              </a:rPr>
              <a:t>Clique para editar o estilo de título do Modelo Global</a:t>
            </a:r>
            <a:endParaRPr b="0" lang="en-US" sz="4000" spc="-1" strike="noStrike">
              <a:solidFill>
                <a:srgbClr val="ffffff"/>
              </a:solidFill>
              <a:latin typeface="Gill Sans MT"/>
            </a:endParaRPr>
          </a:p>
        </p:txBody>
      </p:sp>
      <p:grpSp>
        <p:nvGrpSpPr>
          <p:cNvPr id="137" name="Group 2"/>
          <p:cNvGrpSpPr/>
          <p:nvPr/>
        </p:nvGrpSpPr>
        <p:grpSpPr>
          <a:xfrm>
            <a:off x="10708200" y="4012560"/>
            <a:ext cx="897480" cy="933480"/>
            <a:chOff x="10708200" y="4012560"/>
            <a:chExt cx="897480" cy="933480"/>
          </a:xfrm>
        </p:grpSpPr>
        <p:sp>
          <p:nvSpPr>
            <p:cNvPr id="138" name="CustomShape 3"/>
            <p:cNvSpPr/>
            <p:nvPr/>
          </p:nvSpPr>
          <p:spPr>
            <a:xfrm rot="1800000">
              <a:off x="10935360" y="4143240"/>
              <a:ext cx="620640" cy="364320"/>
            </a:xfrm>
            <a:custGeom>
              <a:avLst/>
              <a:gdLst/>
              <a:ahLst/>
              <a:rect l="l" t="t" r="r" b="b"/>
              <a:pathLst>
                <a:path w="540" h="317">
                  <a:moveTo>
                    <a:pt x="266" y="0"/>
                  </a:moveTo>
                  <a:lnTo>
                    <a:pt x="0" y="158"/>
                  </a:lnTo>
                  <a:lnTo>
                    <a:pt x="266" y="317"/>
                  </a:lnTo>
                  <a:lnTo>
                    <a:pt x="540" y="158"/>
                  </a:lnTo>
                  <a:lnTo>
                    <a:pt x="266" y="0"/>
                  </a:lnTo>
                  <a:close/>
                </a:path>
              </a:pathLst>
            </a:custGeom>
            <a:gradFill rotWithShape="0">
              <a:gsLst>
                <a:gs pos="20000">
                  <a:srgbClr val="2c284a">
                    <a:alpha val="20000"/>
                  </a:srgbClr>
                </a:gs>
                <a:gs pos="100000">
                  <a:srgbClr val="5befc1">
                    <a:alpha val="20000"/>
                  </a:srgbClr>
                </a:gs>
              </a:gsLst>
              <a:lin ang="1800000"/>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p:style>
        </p:sp>
        <p:sp>
          <p:nvSpPr>
            <p:cNvPr id="139" name="CustomShape 4"/>
            <p:cNvSpPr/>
            <p:nvPr/>
          </p:nvSpPr>
          <p:spPr>
            <a:xfrm rot="1800000">
              <a:off x="10821960" y="4210200"/>
              <a:ext cx="305640" cy="537840"/>
            </a:xfrm>
            <a:custGeom>
              <a:avLst/>
              <a:gdLst/>
              <a:ahLst/>
              <a:rect l="l" t="t" r="r" b="b"/>
              <a:pathLst>
                <a:path w="266" h="468">
                  <a:moveTo>
                    <a:pt x="266" y="468"/>
                  </a:moveTo>
                  <a:lnTo>
                    <a:pt x="0" y="310"/>
                  </a:lnTo>
                  <a:lnTo>
                    <a:pt x="0" y="310"/>
                  </a:lnTo>
                  <a:lnTo>
                    <a:pt x="0" y="0"/>
                  </a:lnTo>
                  <a:lnTo>
                    <a:pt x="0" y="0"/>
                  </a:lnTo>
                  <a:lnTo>
                    <a:pt x="266" y="159"/>
                  </a:lnTo>
                  <a:lnTo>
                    <a:pt x="266" y="468"/>
                  </a:lnTo>
                  <a:close/>
                </a:path>
              </a:pathLst>
            </a:custGeom>
            <a:gradFill rotWithShape="0">
              <a:gsLst>
                <a:gs pos="20000">
                  <a:srgbClr val="2c284a">
                    <a:alpha val="20000"/>
                  </a:srgbClr>
                </a:gs>
                <a:gs pos="100000">
                  <a:srgbClr val="5befc1">
                    <a:alpha val="20000"/>
                  </a:srgbClr>
                </a:gs>
              </a:gsLst>
              <a:lin ang="0"/>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p:style>
        </p:sp>
        <p:sp>
          <p:nvSpPr>
            <p:cNvPr id="140" name="CustomShape 5"/>
            <p:cNvSpPr/>
            <p:nvPr/>
          </p:nvSpPr>
          <p:spPr>
            <a:xfrm rot="1800000">
              <a:off x="11086200" y="4365360"/>
              <a:ext cx="314640" cy="537840"/>
            </a:xfrm>
            <a:custGeom>
              <a:avLst/>
              <a:gdLst/>
              <a:ahLst/>
              <a:rect l="l" t="t" r="r" b="b"/>
              <a:pathLst>
                <a:path w="274" h="468">
                  <a:moveTo>
                    <a:pt x="274" y="0"/>
                  </a:moveTo>
                  <a:lnTo>
                    <a:pt x="274" y="310"/>
                  </a:lnTo>
                  <a:lnTo>
                    <a:pt x="274" y="310"/>
                  </a:lnTo>
                  <a:lnTo>
                    <a:pt x="0" y="468"/>
                  </a:lnTo>
                  <a:lnTo>
                    <a:pt x="0" y="159"/>
                  </a:lnTo>
                  <a:lnTo>
                    <a:pt x="274" y="0"/>
                  </a:lnTo>
                  <a:lnTo>
                    <a:pt x="274" y="0"/>
                  </a:lnTo>
                  <a:close/>
                </a:path>
              </a:pathLst>
            </a:custGeom>
            <a:gradFill rotWithShape="0">
              <a:gsLst>
                <a:gs pos="20000">
                  <a:srgbClr val="2c284a">
                    <a:alpha val="20000"/>
                  </a:srgbClr>
                </a:gs>
                <a:gs pos="100000">
                  <a:srgbClr val="5befc1">
                    <a:alpha val="20000"/>
                  </a:srgbClr>
                </a:gs>
              </a:gsLst>
              <a:lin ang="19800000"/>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p:style>
        </p:sp>
      </p:grpSp>
      <p:sp>
        <p:nvSpPr>
          <p:cNvPr id="141" name="CustomShape 6"/>
          <p:cNvSpPr/>
          <p:nvPr/>
        </p:nvSpPr>
        <p:spPr>
          <a:xfrm>
            <a:off x="5668920" y="5059080"/>
            <a:ext cx="1079640" cy="1079640"/>
          </a:xfrm>
          <a:prstGeom prst="ellipse">
            <a:avLst/>
          </a:prstGeom>
          <a:gradFill rotWithShape="0">
            <a:gsLst>
              <a:gs pos="0">
                <a:srgbClr val="1b192e"/>
              </a:gs>
              <a:gs pos="100000">
                <a:srgbClr val="7771b2"/>
              </a:gs>
            </a:gsLst>
            <a:path path="circle"/>
          </a:gradFill>
          <a:ln>
            <a:noFill/>
          </a:ln>
          <a:effectLst>
            <a:innerShdw blurRad="254000" dir="2700000" dist="127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p:style>
      </p:sp>
      <p:sp>
        <p:nvSpPr>
          <p:cNvPr id="142" name="PlaceHolder 7"/>
          <p:cNvSpPr>
            <a:spLocks noGrp="1"/>
          </p:cNvSpPr>
          <p:nvPr>
            <p:ph type="body"/>
          </p:nvPr>
        </p:nvSpPr>
        <p:spPr>
          <a:xfrm>
            <a:off x="550800" y="4097160"/>
            <a:ext cx="3565080" cy="2350800"/>
          </a:xfrm>
          <a:prstGeom prst="rect">
            <a:avLst/>
          </a:prstGeom>
        </p:spPr>
        <p:txBody>
          <a:bodyPr lIns="0" rIns="0" tIns="0" bIns="0">
            <a:noAutofit/>
          </a:bodyPr>
          <a:p>
            <a:pPr marL="228600" indent="-228240">
              <a:lnSpc>
                <a:spcPct val="110000"/>
              </a:lnSpc>
              <a:spcBef>
                <a:spcPts val="1001"/>
              </a:spcBef>
              <a:spcAft>
                <a:spcPts val="799"/>
              </a:spcAft>
              <a:tabLst>
                <a:tab algn="l" pos="0"/>
              </a:tabLst>
            </a:pPr>
            <a:r>
              <a:rPr b="0" lang="pt-PT" sz="2400" spc="-1" strike="noStrike">
                <a:solidFill>
                  <a:srgbClr val="ffffff"/>
                </a:solidFill>
                <a:latin typeface="Gill Sans MT"/>
              </a:rPr>
              <a:t>Clique para editar os estilos do texto de Modelo Global</a:t>
            </a:r>
            <a:endParaRPr b="0" lang="en-US" sz="2400" spc="-1" strike="noStrike">
              <a:solidFill>
                <a:srgbClr val="ffffff"/>
              </a:solidFill>
              <a:latin typeface="Gill Sans MT"/>
            </a:endParaRPr>
          </a:p>
        </p:txBody>
      </p:sp>
      <p:sp>
        <p:nvSpPr>
          <p:cNvPr id="143" name="PlaceHolder 8"/>
          <p:cNvSpPr>
            <a:spLocks noGrp="1"/>
          </p:cNvSpPr>
          <p:nvPr>
            <p:ph type="body"/>
          </p:nvPr>
        </p:nvSpPr>
        <p:spPr>
          <a:xfrm>
            <a:off x="5535720" y="656640"/>
            <a:ext cx="5132160" cy="5132160"/>
          </a:xfrm>
          <a:prstGeom prst="rect">
            <a:avLst/>
          </a:prstGeom>
        </p:spPr>
        <p:txBody>
          <a:bodyPr lIns="90000" rIns="90000" tIns="45000" bIns="45000">
            <a:noAutofit/>
          </a:bodyPr>
          <a:p>
            <a:pPr>
              <a:lnSpc>
                <a:spcPct val="100000"/>
              </a:lnSpc>
            </a:pPr>
            <a:r>
              <a:rPr b="0" lang="pt-PT" sz="1800" spc="-1" strike="noStrike">
                <a:solidFill>
                  <a:srgbClr val="ffffff"/>
                </a:solidFill>
                <a:latin typeface="Gill Sans MT"/>
              </a:rPr>
              <a:t>Clique no ícone para adicionar uma imagem</a:t>
            </a:r>
            <a:endParaRPr b="0" lang="en-US" sz="1800" spc="-1" strike="noStrike">
              <a:solidFill>
                <a:srgbClr val="ffffff"/>
              </a:solidFill>
              <a:latin typeface="Gill Sans MT"/>
            </a:endParaRPr>
          </a:p>
        </p:txBody>
      </p:sp>
      <p:sp>
        <p:nvSpPr>
          <p:cNvPr id="144" name="PlaceHolder 9"/>
          <p:cNvSpPr>
            <a:spLocks noGrp="1"/>
          </p:cNvSpPr>
          <p:nvPr>
            <p:ph type="dt"/>
          </p:nvPr>
        </p:nvSpPr>
        <p:spPr>
          <a:xfrm>
            <a:off x="550800" y="6507360"/>
            <a:ext cx="2628720" cy="153360"/>
          </a:xfrm>
          <a:prstGeom prst="rect">
            <a:avLst/>
          </a:prstGeom>
        </p:spPr>
        <p:txBody>
          <a:bodyPr lIns="0" rIns="0" tIns="0" bIns="0" anchor="ctr">
            <a:noAutofit/>
          </a:bodyPr>
          <a:p>
            <a:pPr>
              <a:lnSpc>
                <a:spcPct val="100000"/>
              </a:lnSpc>
            </a:pPr>
            <a:r>
              <a:rPr b="0" lang="en-US" sz="1000" spc="-1" strike="noStrike">
                <a:solidFill>
                  <a:srgbClr val="a6a6a6"/>
                </a:solidFill>
                <a:latin typeface="Gill Sans MT"/>
              </a:rPr>
              <a:t>Tuesday, February 2, 20XX</a:t>
            </a:r>
            <a:endParaRPr b="0" lang="en-US" sz="1000" spc="-1" strike="noStrike">
              <a:latin typeface="Times New Roman"/>
            </a:endParaRPr>
          </a:p>
        </p:txBody>
      </p:sp>
      <p:sp>
        <p:nvSpPr>
          <p:cNvPr id="145" name="PlaceHolder 10"/>
          <p:cNvSpPr>
            <a:spLocks noGrp="1"/>
          </p:cNvSpPr>
          <p:nvPr>
            <p:ph type="ftr"/>
          </p:nvPr>
        </p:nvSpPr>
        <p:spPr>
          <a:xfrm>
            <a:off x="3359160" y="6507360"/>
            <a:ext cx="6378840" cy="153360"/>
          </a:xfrm>
          <a:prstGeom prst="rect">
            <a:avLst/>
          </a:prstGeom>
        </p:spPr>
        <p:txBody>
          <a:bodyPr lIns="0" rIns="0" tIns="0" bIns="0" anchor="ctr">
            <a:noAutofit/>
          </a:bodyPr>
          <a:p>
            <a:pPr>
              <a:lnSpc>
                <a:spcPct val="100000"/>
              </a:lnSpc>
            </a:pPr>
            <a:r>
              <a:rPr b="0" lang="en-US" sz="1000" spc="-1" strike="noStrike">
                <a:solidFill>
                  <a:srgbClr val="a6a6a6"/>
                </a:solidFill>
                <a:latin typeface="Gill Sans MT"/>
              </a:rPr>
              <a:t>Sample Footer Text</a:t>
            </a:r>
            <a:endParaRPr b="0" lang="en-US" sz="1000" spc="-1" strike="noStrike">
              <a:latin typeface="Times New Roman"/>
            </a:endParaRPr>
          </a:p>
        </p:txBody>
      </p:sp>
      <p:sp>
        <p:nvSpPr>
          <p:cNvPr id="146" name="PlaceHolder 11"/>
          <p:cNvSpPr>
            <a:spLocks noGrp="1"/>
          </p:cNvSpPr>
          <p:nvPr>
            <p:ph type="sldNum"/>
          </p:nvPr>
        </p:nvSpPr>
        <p:spPr>
          <a:xfrm>
            <a:off x="9948960" y="6507360"/>
            <a:ext cx="1692000" cy="153360"/>
          </a:xfrm>
          <a:prstGeom prst="rect">
            <a:avLst/>
          </a:prstGeom>
        </p:spPr>
        <p:txBody>
          <a:bodyPr lIns="0" rIns="0" tIns="0" bIns="0" anchor="ctr">
            <a:noAutofit/>
          </a:bodyPr>
          <a:p>
            <a:pPr algn="r">
              <a:lnSpc>
                <a:spcPct val="100000"/>
              </a:lnSpc>
            </a:pPr>
            <a:fld id="{BA6ED4EC-D7C4-4C1B-9BC5-C3637C6F211F}" type="slidenum">
              <a:rPr b="0" lang="en-US" sz="1000" spc="-1" strike="noStrike">
                <a:solidFill>
                  <a:srgbClr val="a6a6a6"/>
                </a:solidFill>
                <a:latin typeface="Gill Sans MT"/>
              </a:rPr>
              <a:t>&lt;number&gt;</a:t>
            </a:fld>
            <a:endParaRPr b="0" lang="en-US" sz="10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jpeg"/><Relationship Id="rId5" Type="http://schemas.openxmlformats.org/officeDocument/2006/relationships/slideLayout" Target="../slideLayouts/slideLayout13.xml"/><Relationship Id="rId6"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slideLayout" Target="../slideLayouts/slideLayout25.xml"/>
</Relationships>
</file>

<file path=ppt/slides/_rels/slide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37.xml"/>
</Relationships>
</file>

<file path=ppt/slides/_rels/slide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slideLayout" Target="../slideLayouts/slideLayout37.xml"/>
</Relationships>
</file>

<file path=ppt/slides/_rels/slide6.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37.xml"/>
</Relationships>
</file>

<file path=ppt/slides/_rels/slide7.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3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TextShape 1"/>
          <p:cNvSpPr txBox="1"/>
          <p:nvPr/>
        </p:nvSpPr>
        <p:spPr>
          <a:xfrm>
            <a:off x="7999560" y="2236680"/>
            <a:ext cx="3565080" cy="2384640"/>
          </a:xfrm>
          <a:prstGeom prst="rect">
            <a:avLst/>
          </a:prstGeom>
          <a:noFill/>
          <a:ln>
            <a:noFill/>
          </a:ln>
        </p:spPr>
        <p:txBody>
          <a:bodyPr lIns="0" rIns="0" tIns="0" bIns="0" anchor="b">
            <a:normAutofit fontScale="31000"/>
          </a:bodyPr>
          <a:p>
            <a:pPr>
              <a:lnSpc>
                <a:spcPct val="90000"/>
              </a:lnSpc>
            </a:pPr>
            <a:r>
              <a:rPr b="0" lang="en-US" sz="4800" spc="-1" strike="noStrike">
                <a:solidFill>
                  <a:srgbClr val="ffffff"/>
                </a:solidFill>
                <a:latin typeface="Walbaum Display"/>
              </a:rPr>
              <a:t>DA Assign2-Routing Algorithm for Ocean Shipping and Urban Deliveries</a:t>
            </a:r>
            <a:endParaRPr b="0" lang="en-US" sz="4800" spc="-1" strike="noStrike">
              <a:solidFill>
                <a:srgbClr val="ffffff"/>
              </a:solidFill>
              <a:latin typeface="Gill Sans MT"/>
            </a:endParaRPr>
          </a:p>
        </p:txBody>
      </p:sp>
      <p:pic>
        <p:nvPicPr>
          <p:cNvPr id="190" name="Picture Placeholder 13" descr="Data Points Digital background"/>
          <p:cNvPicPr/>
          <p:nvPr/>
        </p:nvPicPr>
        <p:blipFill>
          <a:blip r:embed="rId1"/>
          <a:stretch/>
        </p:blipFill>
        <p:spPr>
          <a:xfrm>
            <a:off x="0" y="0"/>
            <a:ext cx="7452000" cy="6857640"/>
          </a:xfrm>
          <a:prstGeom prst="rect">
            <a:avLst/>
          </a:prstGeom>
          <a:ln>
            <a:noFill/>
          </a:ln>
        </p:spPr>
      </p:pic>
      <p:sp>
        <p:nvSpPr>
          <p:cNvPr id="191" name="TextShape 2"/>
          <p:cNvSpPr txBox="1"/>
          <p:nvPr/>
        </p:nvSpPr>
        <p:spPr>
          <a:xfrm>
            <a:off x="7999560" y="4798800"/>
            <a:ext cx="3565080" cy="1731600"/>
          </a:xfrm>
          <a:prstGeom prst="rect">
            <a:avLst/>
          </a:prstGeom>
          <a:noFill/>
          <a:ln>
            <a:noFill/>
          </a:ln>
        </p:spPr>
        <p:txBody>
          <a:bodyPr lIns="0" rIns="0" tIns="0" bIns="0">
            <a:normAutofit fontScale="60000"/>
          </a:bodyPr>
          <a:p>
            <a:pPr marL="228600" indent="-228240">
              <a:lnSpc>
                <a:spcPct val="110000"/>
              </a:lnSpc>
              <a:spcBef>
                <a:spcPts val="1001"/>
              </a:spcBef>
              <a:spcAft>
                <a:spcPts val="799"/>
              </a:spcAft>
              <a:tabLst>
                <a:tab algn="l" pos="0"/>
              </a:tabLst>
            </a:pPr>
            <a:r>
              <a:rPr b="0" lang="en-US" sz="2000" spc="-1" strike="noStrike">
                <a:solidFill>
                  <a:srgbClr val="ffffff"/>
                </a:solidFill>
                <a:latin typeface="Gill Sans MT"/>
              </a:rPr>
              <a:t>Group 6_4:</a:t>
            </a:r>
            <a:endParaRPr b="0" lang="en-US" sz="2000" spc="-1" strike="noStrike">
              <a:solidFill>
                <a:srgbClr val="ffffff"/>
              </a:solidFill>
              <a:latin typeface="Gill Sans MT"/>
            </a:endParaRPr>
          </a:p>
          <a:p>
            <a:pPr marL="228600" indent="-228240">
              <a:lnSpc>
                <a:spcPct val="110000"/>
              </a:lnSpc>
              <a:spcBef>
                <a:spcPts val="1001"/>
              </a:spcBef>
              <a:spcAft>
                <a:spcPts val="799"/>
              </a:spcAft>
              <a:tabLst>
                <a:tab algn="l" pos="0"/>
              </a:tabLst>
            </a:pPr>
            <a:r>
              <a:rPr b="0" lang="en-US" sz="2000" spc="-1" strike="noStrike">
                <a:solidFill>
                  <a:srgbClr val="ffffff"/>
                </a:solidFill>
                <a:latin typeface="Gill Sans MT"/>
              </a:rPr>
              <a:t>-Luis Filipe Pinto Cunha</a:t>
            </a:r>
            <a:endParaRPr b="0" lang="en-US" sz="2000" spc="-1" strike="noStrike">
              <a:solidFill>
                <a:srgbClr val="ffffff"/>
              </a:solidFill>
              <a:latin typeface="Gill Sans MT"/>
            </a:endParaRPr>
          </a:p>
          <a:p>
            <a:pPr marL="228600" indent="-228240">
              <a:lnSpc>
                <a:spcPct val="110000"/>
              </a:lnSpc>
              <a:spcBef>
                <a:spcPts val="1001"/>
              </a:spcBef>
              <a:spcAft>
                <a:spcPts val="799"/>
              </a:spcAft>
              <a:tabLst>
                <a:tab algn="l" pos="0"/>
              </a:tabLst>
            </a:pPr>
            <a:r>
              <a:rPr b="0" lang="en-US" sz="2000" spc="-1" strike="noStrike">
                <a:solidFill>
                  <a:srgbClr val="ffffff"/>
                </a:solidFill>
                <a:latin typeface="Gill Sans MT"/>
              </a:rPr>
              <a:t>-Pedro Miguel Martins Romão</a:t>
            </a:r>
            <a:endParaRPr b="0" lang="en-US" sz="2000" spc="-1" strike="noStrike">
              <a:solidFill>
                <a:srgbClr val="ffffff"/>
              </a:solidFill>
              <a:latin typeface="Gill Sans MT"/>
            </a:endParaRPr>
          </a:p>
          <a:p>
            <a:pPr marL="228600" indent="-228240">
              <a:lnSpc>
                <a:spcPct val="110000"/>
              </a:lnSpc>
              <a:spcBef>
                <a:spcPts val="1001"/>
              </a:spcBef>
              <a:spcAft>
                <a:spcPts val="799"/>
              </a:spcAft>
              <a:tabLst>
                <a:tab algn="l" pos="0"/>
              </a:tabLst>
            </a:pPr>
            <a:r>
              <a:rPr b="0" lang="en-US" sz="2000" spc="-1" strike="noStrike">
                <a:solidFill>
                  <a:srgbClr val="ffffff"/>
                </a:solidFill>
                <a:latin typeface="Gill Sans MT"/>
              </a:rPr>
              <a:t>-Inês Martin Soares</a:t>
            </a:r>
            <a:endParaRPr b="0" lang="en-US" sz="2000" spc="-1" strike="noStrike">
              <a:solidFill>
                <a:srgbClr val="ffffff"/>
              </a:solidFill>
              <a:latin typeface="Gill Sans MT"/>
            </a:endParaRPr>
          </a:p>
          <a:p>
            <a:pPr marL="228600" indent="-228240">
              <a:lnSpc>
                <a:spcPct val="110000"/>
              </a:lnSpc>
              <a:spcBef>
                <a:spcPts val="1001"/>
              </a:spcBef>
              <a:spcAft>
                <a:spcPts val="799"/>
              </a:spcAft>
              <a:tabLst>
                <a:tab algn="l" pos="0"/>
              </a:tabLst>
            </a:pPr>
            <a:endParaRPr b="0" lang="en-US" sz="2000" spc="-1" strike="noStrike">
              <a:solidFill>
                <a:srgbClr val="ffffff"/>
              </a:solidFill>
              <a:latin typeface="Gill Sans MT"/>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TextShape 1"/>
          <p:cNvSpPr txBox="1"/>
          <p:nvPr/>
        </p:nvSpPr>
        <p:spPr>
          <a:xfrm>
            <a:off x="550800" y="4507200"/>
            <a:ext cx="4500360" cy="1562760"/>
          </a:xfrm>
          <a:prstGeom prst="rect">
            <a:avLst/>
          </a:prstGeom>
          <a:noFill/>
          <a:ln>
            <a:noFill/>
          </a:ln>
        </p:spPr>
        <p:txBody>
          <a:bodyPr lIns="0" rIns="0" tIns="0" bIns="0">
            <a:noAutofit/>
          </a:bodyPr>
          <a:p>
            <a:pPr>
              <a:lnSpc>
                <a:spcPct val="90000"/>
              </a:lnSpc>
            </a:pPr>
            <a:r>
              <a:rPr b="0" lang="en-US" sz="4800" spc="-1" strike="noStrike">
                <a:solidFill>
                  <a:srgbClr val="ffffff"/>
                </a:solidFill>
                <a:latin typeface="Walbaum Display"/>
              </a:rPr>
              <a:t>Introduction</a:t>
            </a:r>
            <a:endParaRPr b="0" lang="en-US" sz="4800" spc="-1" strike="noStrike">
              <a:solidFill>
                <a:srgbClr val="ffffff"/>
              </a:solidFill>
              <a:latin typeface="Gill Sans MT"/>
            </a:endParaRPr>
          </a:p>
        </p:txBody>
      </p:sp>
      <p:pic>
        <p:nvPicPr>
          <p:cNvPr id="193" name="Picture Placeholder 17" descr="A group of people sitting at a table"/>
          <p:cNvPicPr/>
          <p:nvPr/>
        </p:nvPicPr>
        <p:blipFill>
          <a:blip r:embed="rId1"/>
          <a:srcRect l="0" t="38" r="0" b="38"/>
          <a:stretch/>
        </p:blipFill>
        <p:spPr>
          <a:xfrm>
            <a:off x="0" y="0"/>
            <a:ext cx="3053880" cy="3776040"/>
          </a:xfrm>
          <a:prstGeom prst="rect">
            <a:avLst/>
          </a:prstGeom>
          <a:ln>
            <a:noFill/>
          </a:ln>
        </p:spPr>
      </p:pic>
      <p:pic>
        <p:nvPicPr>
          <p:cNvPr id="194" name="Picture Placeholder 19" descr="Data Points Digital background"/>
          <p:cNvPicPr/>
          <p:nvPr/>
        </p:nvPicPr>
        <p:blipFill>
          <a:blip r:embed="rId2"/>
          <a:srcRect l="0" t="38" r="0" b="38"/>
          <a:stretch/>
        </p:blipFill>
        <p:spPr>
          <a:xfrm>
            <a:off x="3054240" y="0"/>
            <a:ext cx="3053880" cy="3776040"/>
          </a:xfrm>
          <a:prstGeom prst="rect">
            <a:avLst/>
          </a:prstGeom>
          <a:ln>
            <a:noFill/>
          </a:ln>
        </p:spPr>
      </p:pic>
      <p:pic>
        <p:nvPicPr>
          <p:cNvPr id="195" name="Picture Placeholder 24" descr="Digital Graph Screen"/>
          <p:cNvPicPr/>
          <p:nvPr/>
        </p:nvPicPr>
        <p:blipFill>
          <a:blip r:embed="rId3"/>
          <a:srcRect l="0" t="38" r="0" b="38"/>
          <a:stretch/>
        </p:blipFill>
        <p:spPr>
          <a:xfrm>
            <a:off x="9137880" y="0"/>
            <a:ext cx="3053880" cy="3776040"/>
          </a:xfrm>
          <a:prstGeom prst="rect">
            <a:avLst/>
          </a:prstGeom>
          <a:ln>
            <a:noFill/>
          </a:ln>
        </p:spPr>
      </p:pic>
      <p:sp>
        <p:nvSpPr>
          <p:cNvPr id="196" name="TextShape 2"/>
          <p:cNvSpPr txBox="1"/>
          <p:nvPr/>
        </p:nvSpPr>
        <p:spPr>
          <a:xfrm>
            <a:off x="550800" y="6507360"/>
            <a:ext cx="2628720" cy="153360"/>
          </a:xfrm>
          <a:prstGeom prst="rect">
            <a:avLst/>
          </a:prstGeom>
          <a:noFill/>
          <a:ln>
            <a:noFill/>
          </a:ln>
        </p:spPr>
        <p:txBody>
          <a:bodyPr lIns="0" rIns="0" tIns="0" bIns="0" anchor="ctr">
            <a:noAutofit/>
          </a:bodyPr>
          <a:p>
            <a:pPr>
              <a:lnSpc>
                <a:spcPct val="100000"/>
              </a:lnSpc>
            </a:pPr>
            <a:r>
              <a:rPr b="0" lang="en-US" sz="1000" spc="-1" strike="noStrike">
                <a:solidFill>
                  <a:srgbClr val="a6a6a6"/>
                </a:solidFill>
                <a:latin typeface="Gill Sans MT"/>
              </a:rPr>
              <a:t>Friday, June 2, 2023</a:t>
            </a:r>
            <a:endParaRPr b="0" lang="en-US" sz="1000" spc="-1" strike="noStrike">
              <a:latin typeface="Times New Roman"/>
            </a:endParaRPr>
          </a:p>
        </p:txBody>
      </p:sp>
      <p:sp>
        <p:nvSpPr>
          <p:cNvPr id="197" name="TextShape 3"/>
          <p:cNvSpPr txBox="1"/>
          <p:nvPr/>
        </p:nvSpPr>
        <p:spPr>
          <a:xfrm>
            <a:off x="3359160" y="6507360"/>
            <a:ext cx="6378840" cy="153360"/>
          </a:xfrm>
          <a:prstGeom prst="rect">
            <a:avLst/>
          </a:prstGeom>
          <a:noFill/>
          <a:ln>
            <a:noFill/>
          </a:ln>
        </p:spPr>
        <p:txBody>
          <a:bodyPr lIns="0" rIns="0" tIns="0" bIns="0" anchor="ctr">
            <a:noAutofit/>
          </a:bodyPr>
          <a:p>
            <a:pPr>
              <a:lnSpc>
                <a:spcPct val="100000"/>
              </a:lnSpc>
            </a:pPr>
            <a:r>
              <a:rPr b="0" lang="en-US" sz="1000" spc="-1" strike="noStrike">
                <a:solidFill>
                  <a:srgbClr val="a6a6a6"/>
                </a:solidFill>
                <a:latin typeface="Gill Sans MT"/>
              </a:rPr>
              <a:t>DA Assign2-Routing Algorithm for Ocean Shipping and Urban Deliveries</a:t>
            </a:r>
            <a:endParaRPr b="0" lang="en-US" sz="1000" spc="-1" strike="noStrike">
              <a:latin typeface="Times New Roman"/>
            </a:endParaRPr>
          </a:p>
        </p:txBody>
      </p:sp>
      <p:sp>
        <p:nvSpPr>
          <p:cNvPr id="198" name="TextShape 4"/>
          <p:cNvSpPr txBox="1"/>
          <p:nvPr/>
        </p:nvSpPr>
        <p:spPr>
          <a:xfrm>
            <a:off x="9948960" y="6507360"/>
            <a:ext cx="1692000" cy="153360"/>
          </a:xfrm>
          <a:prstGeom prst="rect">
            <a:avLst/>
          </a:prstGeom>
          <a:noFill/>
          <a:ln>
            <a:noFill/>
          </a:ln>
        </p:spPr>
        <p:txBody>
          <a:bodyPr lIns="0" rIns="0" tIns="0" bIns="0" anchor="ctr">
            <a:noAutofit/>
          </a:bodyPr>
          <a:p>
            <a:pPr algn="r">
              <a:lnSpc>
                <a:spcPct val="100000"/>
              </a:lnSpc>
            </a:pPr>
            <a:fld id="{A3241B99-F61D-4424-951D-E730D2440073}" type="slidenum">
              <a:rPr b="0" lang="en-US" sz="1000" spc="-1" strike="noStrike">
                <a:solidFill>
                  <a:srgbClr val="a6a6a6"/>
                </a:solidFill>
                <a:latin typeface="Gill Sans MT"/>
              </a:rPr>
              <a:t>1</a:t>
            </a:fld>
            <a:endParaRPr b="0" lang="en-US" sz="1000" spc="-1" strike="noStrike">
              <a:latin typeface="Times New Roman"/>
            </a:endParaRPr>
          </a:p>
        </p:txBody>
      </p:sp>
      <p:pic>
        <p:nvPicPr>
          <p:cNvPr id="199" name="Picture Placeholder 22" descr="A person drawing on a white board"/>
          <p:cNvPicPr/>
          <p:nvPr/>
        </p:nvPicPr>
        <p:blipFill>
          <a:blip r:embed="rId4"/>
          <a:srcRect l="0" t="38" r="0" b="38"/>
          <a:stretch/>
        </p:blipFill>
        <p:spPr>
          <a:xfrm>
            <a:off x="6083640" y="0"/>
            <a:ext cx="3053880" cy="3776040"/>
          </a:xfrm>
          <a:prstGeom prst="rect">
            <a:avLst/>
          </a:prstGeom>
          <a:ln>
            <a:noFill/>
          </a:ln>
        </p:spPr>
      </p:pic>
      <p:sp>
        <p:nvSpPr>
          <p:cNvPr id="200" name="TextShape 5"/>
          <p:cNvSpPr txBox="1"/>
          <p:nvPr/>
        </p:nvSpPr>
        <p:spPr>
          <a:xfrm>
            <a:off x="4665240" y="4070160"/>
            <a:ext cx="6779520" cy="1999800"/>
          </a:xfrm>
          <a:prstGeom prst="rect">
            <a:avLst/>
          </a:prstGeom>
          <a:noFill/>
          <a:ln>
            <a:noFill/>
          </a:ln>
        </p:spPr>
        <p:txBody>
          <a:bodyPr lIns="0" rIns="0" tIns="0" bIns="0">
            <a:normAutofit fontScale="64000"/>
          </a:bodyPr>
          <a:p>
            <a:pPr marL="228600" indent="-228240">
              <a:lnSpc>
                <a:spcPct val="100000"/>
              </a:lnSpc>
              <a:spcBef>
                <a:spcPts val="1001"/>
              </a:spcBef>
              <a:spcAft>
                <a:spcPts val="799"/>
              </a:spcAft>
              <a:buClr>
                <a:srgbClr val="d1d5db"/>
              </a:buClr>
              <a:buFont typeface="Arial"/>
              <a:buChar char="•"/>
            </a:pPr>
            <a:r>
              <a:rPr b="0" lang="en-US" sz="2000" spc="-1" strike="noStrike">
                <a:solidFill>
                  <a:srgbClr val="d1d5db"/>
                </a:solidFill>
                <a:latin typeface="Gill Sans MT"/>
              </a:rPr>
              <a:t>In this programming project, the goal is to tackle the challenging problem of finding optimal routes for vehicles in various shipping and delivery scenarios, ranging from urban deliveries to ocean shipping. This problem is commonly referred to as the Traveling Salesperson Problem (TSP). The TSP is known to be an intractable problem, meaning that there are no known efficient algorithms to solve it optimally for large instances.</a:t>
            </a:r>
            <a:endParaRPr b="0" lang="en-US" sz="2000" spc="-1" strike="noStrike">
              <a:solidFill>
                <a:srgbClr val="ffffff"/>
              </a:solidFill>
              <a:latin typeface="Gill Sans MT"/>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b192e"/>
        </a:solidFill>
      </p:bgPr>
    </p:bg>
    <p:spTree>
      <p:nvGrpSpPr>
        <p:cNvPr id="1" name=""/>
        <p:cNvGrpSpPr/>
        <p:nvPr/>
      </p:nvGrpSpPr>
      <p:grpSpPr>
        <a:xfrm>
          <a:off x="0" y="0"/>
          <a:ext cx="0" cy="0"/>
          <a:chOff x="0" y="0"/>
          <a:chExt cx="0" cy="0"/>
        </a:xfrm>
      </p:grpSpPr>
      <p:grpSp>
        <p:nvGrpSpPr>
          <p:cNvPr id="201" name="Group 1"/>
          <p:cNvGrpSpPr/>
          <p:nvPr/>
        </p:nvGrpSpPr>
        <p:grpSpPr>
          <a:xfrm>
            <a:off x="363960" y="5322600"/>
            <a:ext cx="1029960" cy="1029600"/>
            <a:chOff x="363960" y="5322600"/>
            <a:chExt cx="1029960" cy="1029600"/>
          </a:xfrm>
        </p:grpSpPr>
        <p:sp>
          <p:nvSpPr>
            <p:cNvPr id="202" name="CustomShape 2"/>
            <p:cNvSpPr/>
            <p:nvPr/>
          </p:nvSpPr>
          <p:spPr>
            <a:xfrm flipH="1" flipV="1" rot="2700000">
              <a:off x="391320" y="5628600"/>
              <a:ext cx="926640" cy="462960"/>
            </a:xfrm>
            <a:custGeom>
              <a:avLst/>
              <a:gdLst/>
              <a:ah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r="13500000" dist="508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p:style>
        </p:sp>
        <p:sp>
          <p:nvSpPr>
            <p:cNvPr id="203" name="CustomShape 3"/>
            <p:cNvSpPr/>
            <p:nvPr/>
          </p:nvSpPr>
          <p:spPr>
            <a:xfrm flipH="1" flipV="1" rot="8100000">
              <a:off x="1238760" y="5825520"/>
              <a:ext cx="53280" cy="232920"/>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p:style>
        </p:sp>
        <p:sp>
          <p:nvSpPr>
            <p:cNvPr id="204" name="CustomShape 4"/>
            <p:cNvSpPr/>
            <p:nvPr/>
          </p:nvSpPr>
          <p:spPr>
            <a:xfrm flipH="1" flipV="1" rot="8100000">
              <a:off x="748080" y="5334840"/>
              <a:ext cx="53280" cy="232920"/>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p:style>
        </p:sp>
        <p:sp>
          <p:nvSpPr>
            <p:cNvPr id="205" name="CustomShape 5"/>
            <p:cNvSpPr/>
            <p:nvPr/>
          </p:nvSpPr>
          <p:spPr>
            <a:xfrm flipH="1" flipV="1" rot="2700000">
              <a:off x="415440" y="5572440"/>
              <a:ext cx="926640" cy="529560"/>
            </a:xfrm>
            <a:custGeom>
              <a:avLst/>
              <a:gdLst/>
              <a:ah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p:style>
        </p:sp>
      </p:grpSp>
      <p:sp>
        <p:nvSpPr>
          <p:cNvPr id="206" name="CustomShape 6"/>
          <p:cNvSpPr/>
          <p:nvPr/>
        </p:nvSpPr>
        <p:spPr>
          <a:xfrm>
            <a:off x="0" y="0"/>
            <a:ext cx="12191760" cy="68576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p:style>
      </p:sp>
      <p:grpSp>
        <p:nvGrpSpPr>
          <p:cNvPr id="207" name="Group 7"/>
          <p:cNvGrpSpPr/>
          <p:nvPr/>
        </p:nvGrpSpPr>
        <p:grpSpPr>
          <a:xfrm>
            <a:off x="4678560" y="0"/>
            <a:ext cx="1656720" cy="1656360"/>
            <a:chOff x="4678560" y="0"/>
            <a:chExt cx="1656720" cy="1656360"/>
          </a:xfrm>
        </p:grpSpPr>
        <p:sp>
          <p:nvSpPr>
            <p:cNvPr id="208" name="CustomShape 8"/>
            <p:cNvSpPr/>
            <p:nvPr/>
          </p:nvSpPr>
          <p:spPr>
            <a:xfrm rot="18900000">
              <a:off x="4966560" y="196920"/>
              <a:ext cx="1079640" cy="1262520"/>
            </a:xfrm>
            <a:custGeom>
              <a:avLst/>
              <a:gdLst/>
              <a:ah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rotWithShape="0">
              <a:gsLst>
                <a:gs pos="0">
                  <a:srgbClr val="2c284a"/>
                </a:gs>
                <a:gs pos="100000">
                  <a:srgbClr val="1b192e"/>
                </a:gs>
              </a:gsLst>
              <a:lin ang="7500000"/>
            </a:gradFill>
            <a:ln>
              <a:noFill/>
            </a:ln>
            <a:effectLst>
              <a:innerShdw blurRad="254000" dir="2700000" dist="1016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p:style>
        </p:sp>
        <p:sp>
          <p:nvSpPr>
            <p:cNvPr id="209" name="CustomShape 9"/>
            <p:cNvSpPr/>
            <p:nvPr/>
          </p:nvSpPr>
          <p:spPr>
            <a:xfrm rot="2700000">
              <a:off x="5492880" y="543600"/>
              <a:ext cx="539640" cy="1079640"/>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p:style>
        </p:sp>
      </p:grpSp>
      <p:sp>
        <p:nvSpPr>
          <p:cNvPr id="210" name="TextShape 10"/>
          <p:cNvSpPr txBox="1"/>
          <p:nvPr/>
        </p:nvSpPr>
        <p:spPr>
          <a:xfrm>
            <a:off x="550800" y="549360"/>
            <a:ext cx="5436720" cy="2663280"/>
          </a:xfrm>
          <a:prstGeom prst="rect">
            <a:avLst/>
          </a:prstGeom>
          <a:noFill/>
          <a:ln>
            <a:noFill/>
          </a:ln>
        </p:spPr>
        <p:txBody>
          <a:bodyPr lIns="0" rIns="0" tIns="0" bIns="0" anchor="b">
            <a:normAutofit/>
          </a:bodyPr>
          <a:p>
            <a:pPr>
              <a:lnSpc>
                <a:spcPct val="100000"/>
              </a:lnSpc>
            </a:pPr>
            <a:r>
              <a:rPr b="0" lang="en-US" sz="6400" spc="-1" strike="noStrike">
                <a:solidFill>
                  <a:srgbClr val="ffffff"/>
                </a:solidFill>
                <a:latin typeface="Walbaum Display"/>
              </a:rPr>
              <a:t>Functionalities</a:t>
            </a:r>
            <a:endParaRPr b="0" lang="en-US" sz="6400" spc="-1" strike="noStrike">
              <a:solidFill>
                <a:srgbClr val="ffffff"/>
              </a:solidFill>
              <a:latin typeface="Gill Sans MT"/>
            </a:endParaRPr>
          </a:p>
        </p:txBody>
      </p:sp>
      <p:pic>
        <p:nvPicPr>
          <p:cNvPr id="211" name="Picture 2" descr=""/>
          <p:cNvPicPr/>
          <p:nvPr/>
        </p:nvPicPr>
        <p:blipFill>
          <a:blip r:embed="rId1"/>
          <a:srcRect l="0" t="11139" r="0" b="0"/>
          <a:stretch/>
        </p:blipFill>
        <p:spPr>
          <a:xfrm>
            <a:off x="7093440" y="549360"/>
            <a:ext cx="4011120" cy="1800000"/>
          </a:xfrm>
          <a:prstGeom prst="rect">
            <a:avLst/>
          </a:prstGeom>
          <a:ln>
            <a:noFill/>
          </a:ln>
        </p:spPr>
      </p:pic>
      <p:pic>
        <p:nvPicPr>
          <p:cNvPr id="212" name="Picture 4" descr=""/>
          <p:cNvPicPr/>
          <p:nvPr/>
        </p:nvPicPr>
        <p:blipFill>
          <a:blip r:embed="rId2"/>
          <a:srcRect l="0" t="0" r="11982" b="0"/>
          <a:stretch/>
        </p:blipFill>
        <p:spPr>
          <a:xfrm>
            <a:off x="7093440" y="2529000"/>
            <a:ext cx="4011120" cy="1800000"/>
          </a:xfrm>
          <a:prstGeom prst="rect">
            <a:avLst/>
          </a:prstGeom>
          <a:ln>
            <a:noFill/>
          </a:ln>
        </p:spPr>
      </p:pic>
      <p:sp>
        <p:nvSpPr>
          <p:cNvPr id="213" name="CustomShape 11"/>
          <p:cNvSpPr/>
          <p:nvPr/>
        </p:nvSpPr>
        <p:spPr>
          <a:xfrm>
            <a:off x="6261840" y="2399040"/>
            <a:ext cx="359640" cy="359640"/>
          </a:xfrm>
          <a:prstGeom prst="ellipse">
            <a:avLst/>
          </a:prstGeom>
          <a:gradFill rotWithShape="0">
            <a:gsLst>
              <a:gs pos="0">
                <a:srgbClr val="1b192e"/>
              </a:gs>
              <a:gs pos="100000">
                <a:srgbClr val="7771b2"/>
              </a:gs>
            </a:gsLst>
            <a:path path="circle"/>
          </a:gradFill>
          <a:ln>
            <a:noFill/>
          </a:ln>
          <a:effectLst>
            <a:innerShdw blurRad="127000" dir="2700000" dist="635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p:style>
      </p:sp>
      <p:sp>
        <p:nvSpPr>
          <p:cNvPr id="214" name="TextShape 12"/>
          <p:cNvSpPr txBox="1"/>
          <p:nvPr/>
        </p:nvSpPr>
        <p:spPr>
          <a:xfrm>
            <a:off x="550800" y="3409920"/>
            <a:ext cx="5436720" cy="2682360"/>
          </a:xfrm>
          <a:prstGeom prst="rect">
            <a:avLst/>
          </a:prstGeom>
          <a:noFill/>
          <a:ln>
            <a:noFill/>
          </a:ln>
        </p:spPr>
        <p:txBody>
          <a:bodyPr lIns="0" rIns="0" tIns="0" bIns="0">
            <a:normAutofit/>
          </a:bodyPr>
          <a:p>
            <a:pPr>
              <a:lnSpc>
                <a:spcPct val="100000"/>
              </a:lnSpc>
              <a:spcBef>
                <a:spcPts val="1001"/>
              </a:spcBef>
              <a:spcAft>
                <a:spcPts val="799"/>
              </a:spcAft>
              <a:tabLst>
                <a:tab algn="l" pos="0"/>
              </a:tabLst>
            </a:pPr>
            <a:r>
              <a:rPr b="0" lang="en-US" sz="1600" spc="-1" strike="noStrike">
                <a:solidFill>
                  <a:srgbClr val="ffffff"/>
                </a:solidFill>
                <a:latin typeface="Gill Sans MT"/>
              </a:rPr>
              <a:t> </a:t>
            </a:r>
            <a:r>
              <a:rPr b="0" lang="en-US" sz="1600" spc="-1" strike="noStrike">
                <a:solidFill>
                  <a:srgbClr val="ffffff"/>
                </a:solidFill>
                <a:latin typeface="Gill Sans MT"/>
              </a:rPr>
              <a:t>All requested features have been implemented!</a:t>
            </a:r>
            <a:endParaRPr b="0" lang="en-US" sz="1600" spc="-1" strike="noStrike">
              <a:solidFill>
                <a:srgbClr val="ffffff"/>
              </a:solidFill>
              <a:latin typeface="Gill Sans MT"/>
            </a:endParaRPr>
          </a:p>
          <a:p>
            <a:pPr indent="-228240">
              <a:lnSpc>
                <a:spcPct val="100000"/>
              </a:lnSpc>
              <a:spcBef>
                <a:spcPts val="1001"/>
              </a:spcBef>
              <a:spcAft>
                <a:spcPts val="799"/>
              </a:spcAft>
              <a:buClr>
                <a:srgbClr val="ffffff"/>
              </a:buClr>
              <a:buFont typeface="Arial"/>
              <a:buChar char="•"/>
              <a:tabLst>
                <a:tab algn="l" pos="0"/>
              </a:tabLst>
            </a:pPr>
            <a:r>
              <a:rPr b="0" lang="en-US" sz="1600" spc="-1" strike="noStrike">
                <a:solidFill>
                  <a:srgbClr val="ffffff"/>
                </a:solidFill>
                <a:latin typeface="Gill Sans MT"/>
              </a:rPr>
              <a:t>-Menu</a:t>
            </a:r>
            <a:endParaRPr b="0" lang="en-US" sz="1600" spc="-1" strike="noStrike">
              <a:solidFill>
                <a:srgbClr val="ffffff"/>
              </a:solidFill>
              <a:latin typeface="Gill Sans MT"/>
            </a:endParaRPr>
          </a:p>
          <a:p>
            <a:pPr indent="-228240">
              <a:lnSpc>
                <a:spcPct val="100000"/>
              </a:lnSpc>
              <a:spcBef>
                <a:spcPts val="1001"/>
              </a:spcBef>
              <a:spcAft>
                <a:spcPts val="799"/>
              </a:spcAft>
              <a:buClr>
                <a:srgbClr val="ffffff"/>
              </a:buClr>
              <a:buFont typeface="Arial"/>
              <a:buChar char="•"/>
              <a:tabLst>
                <a:tab algn="l" pos="0"/>
              </a:tabLst>
            </a:pPr>
            <a:r>
              <a:rPr b="0" lang="en-US" sz="1600" spc="-1" strike="noStrike">
                <a:solidFill>
                  <a:srgbClr val="ffffff"/>
                </a:solidFill>
                <a:latin typeface="Gill Sans MT"/>
              </a:rPr>
              <a:t>-Backtracking Algorithm</a:t>
            </a:r>
            <a:endParaRPr b="0" lang="en-US" sz="1600" spc="-1" strike="noStrike">
              <a:solidFill>
                <a:srgbClr val="ffffff"/>
              </a:solidFill>
              <a:latin typeface="Gill Sans MT"/>
            </a:endParaRPr>
          </a:p>
          <a:p>
            <a:pPr indent="-228240">
              <a:lnSpc>
                <a:spcPct val="100000"/>
              </a:lnSpc>
              <a:spcBef>
                <a:spcPts val="1001"/>
              </a:spcBef>
              <a:spcAft>
                <a:spcPts val="799"/>
              </a:spcAft>
              <a:buClr>
                <a:srgbClr val="ffffff"/>
              </a:buClr>
              <a:buFont typeface="Arial"/>
              <a:buChar char="•"/>
              <a:tabLst>
                <a:tab algn="l" pos="0"/>
              </a:tabLst>
            </a:pPr>
            <a:r>
              <a:rPr b="0" lang="en-US" sz="1600" spc="-1" strike="noStrike">
                <a:solidFill>
                  <a:srgbClr val="ffffff"/>
                </a:solidFill>
                <a:latin typeface="Gill Sans MT"/>
              </a:rPr>
              <a:t>-Triangular Approximation Heuristic(Christofides)</a:t>
            </a:r>
            <a:endParaRPr b="0" lang="en-US" sz="1600" spc="-1" strike="noStrike">
              <a:solidFill>
                <a:srgbClr val="ffffff"/>
              </a:solidFill>
              <a:latin typeface="Gill Sans MT"/>
            </a:endParaRPr>
          </a:p>
          <a:p>
            <a:pPr indent="-228240">
              <a:lnSpc>
                <a:spcPct val="100000"/>
              </a:lnSpc>
              <a:spcBef>
                <a:spcPts val="1001"/>
              </a:spcBef>
              <a:spcAft>
                <a:spcPts val="799"/>
              </a:spcAft>
              <a:buClr>
                <a:srgbClr val="ffffff"/>
              </a:buClr>
              <a:buFont typeface="Arial"/>
              <a:buChar char="•"/>
              <a:tabLst>
                <a:tab algn="l" pos="0"/>
              </a:tabLst>
            </a:pPr>
            <a:r>
              <a:rPr b="0" lang="en-US" sz="1600" spc="-1" strike="noStrike">
                <a:solidFill>
                  <a:srgbClr val="ffffff"/>
                </a:solidFill>
                <a:latin typeface="Gill Sans MT"/>
              </a:rPr>
              <a:t>-Two Optimal Heuristic</a:t>
            </a:r>
            <a:endParaRPr b="0" lang="en-US" sz="1600" spc="-1" strike="noStrike">
              <a:solidFill>
                <a:srgbClr val="ffffff"/>
              </a:solidFill>
              <a:latin typeface="Gill Sans MT"/>
            </a:endParaRPr>
          </a:p>
          <a:p>
            <a:pPr indent="-228240">
              <a:lnSpc>
                <a:spcPct val="100000"/>
              </a:lnSpc>
              <a:spcBef>
                <a:spcPts val="1001"/>
              </a:spcBef>
              <a:spcAft>
                <a:spcPts val="799"/>
              </a:spcAft>
              <a:buClr>
                <a:srgbClr val="ffffff"/>
              </a:buClr>
              <a:buFont typeface="Arial"/>
              <a:buChar char="•"/>
              <a:tabLst>
                <a:tab algn="l" pos="0"/>
              </a:tabLst>
            </a:pPr>
            <a:r>
              <a:rPr b="0" lang="en-US" sz="1600" spc="-1" strike="noStrike">
                <a:solidFill>
                  <a:srgbClr val="ffffff"/>
                </a:solidFill>
                <a:latin typeface="Gill Sans MT"/>
              </a:rPr>
              <a:t>-Nearest Neighbor Heuristic</a:t>
            </a:r>
            <a:endParaRPr b="0" lang="en-US" sz="1600" spc="-1" strike="noStrike">
              <a:solidFill>
                <a:srgbClr val="ffffff"/>
              </a:solidFill>
              <a:latin typeface="Gill Sans MT"/>
            </a:endParaRPr>
          </a:p>
        </p:txBody>
      </p:sp>
      <p:pic>
        <p:nvPicPr>
          <p:cNvPr id="215" name="Picture 6" descr=""/>
          <p:cNvPicPr/>
          <p:nvPr/>
        </p:nvPicPr>
        <p:blipFill>
          <a:blip r:embed="rId3"/>
          <a:stretch/>
        </p:blipFill>
        <p:spPr>
          <a:xfrm>
            <a:off x="6776280" y="4508640"/>
            <a:ext cx="4645440" cy="1800000"/>
          </a:xfrm>
          <a:prstGeom prst="rect">
            <a:avLst/>
          </a:prstGeom>
          <a:ln>
            <a:noFill/>
          </a:ln>
        </p:spPr>
      </p:pic>
      <p:sp>
        <p:nvSpPr>
          <p:cNvPr id="216" name="TextShape 13"/>
          <p:cNvSpPr txBox="1"/>
          <p:nvPr/>
        </p:nvSpPr>
        <p:spPr>
          <a:xfrm>
            <a:off x="550800" y="6507360"/>
            <a:ext cx="2628720" cy="153360"/>
          </a:xfrm>
          <a:prstGeom prst="rect">
            <a:avLst/>
          </a:prstGeom>
          <a:noFill/>
          <a:ln>
            <a:noFill/>
          </a:ln>
        </p:spPr>
        <p:txBody>
          <a:bodyPr lIns="0" rIns="0" tIns="0" bIns="0" anchor="ctr">
            <a:normAutofit/>
          </a:bodyPr>
          <a:p>
            <a:pPr>
              <a:lnSpc>
                <a:spcPct val="100000"/>
              </a:lnSpc>
              <a:spcAft>
                <a:spcPts val="601"/>
              </a:spcAft>
            </a:pPr>
            <a:r>
              <a:rPr b="0" lang="en-US" sz="1000" spc="-1" strike="noStrike">
                <a:solidFill>
                  <a:srgbClr val="ffffff"/>
                </a:solidFill>
                <a:latin typeface="Gill Sans MT"/>
              </a:rPr>
              <a:t>Friday, June 2, 2023</a:t>
            </a:r>
            <a:endParaRPr b="0" lang="en-US" sz="1000" spc="-1" strike="noStrike">
              <a:latin typeface="Times New Roman"/>
            </a:endParaRPr>
          </a:p>
        </p:txBody>
      </p:sp>
      <p:sp>
        <p:nvSpPr>
          <p:cNvPr id="217" name="TextShape 14"/>
          <p:cNvSpPr txBox="1"/>
          <p:nvPr/>
        </p:nvSpPr>
        <p:spPr>
          <a:xfrm>
            <a:off x="3359160" y="6507360"/>
            <a:ext cx="6378840" cy="153360"/>
          </a:xfrm>
          <a:prstGeom prst="rect">
            <a:avLst/>
          </a:prstGeom>
          <a:noFill/>
          <a:ln>
            <a:noFill/>
          </a:ln>
        </p:spPr>
        <p:txBody>
          <a:bodyPr lIns="0" rIns="0" tIns="0" bIns="0" anchor="ctr">
            <a:normAutofit/>
          </a:bodyPr>
          <a:p>
            <a:pPr>
              <a:lnSpc>
                <a:spcPct val="100000"/>
              </a:lnSpc>
              <a:spcAft>
                <a:spcPts val="601"/>
              </a:spcAft>
            </a:pPr>
            <a:r>
              <a:rPr b="0" lang="en-US" sz="1000" spc="-1" strike="noStrike">
                <a:solidFill>
                  <a:srgbClr val="ffffff"/>
                </a:solidFill>
                <a:latin typeface="Gill Sans MT"/>
              </a:rPr>
              <a:t>DA Assign2-Routing Algorithm for Ocean Shipping and Urban Deliveries</a:t>
            </a:r>
            <a:endParaRPr b="0" lang="en-US" sz="1000" spc="-1" strike="noStrike">
              <a:latin typeface="Times New Roman"/>
            </a:endParaRPr>
          </a:p>
        </p:txBody>
      </p:sp>
      <p:sp>
        <p:nvSpPr>
          <p:cNvPr id="218" name="TextShape 15"/>
          <p:cNvSpPr txBox="1"/>
          <p:nvPr/>
        </p:nvSpPr>
        <p:spPr>
          <a:xfrm>
            <a:off x="9948960" y="6507360"/>
            <a:ext cx="1692000" cy="153360"/>
          </a:xfrm>
          <a:prstGeom prst="rect">
            <a:avLst/>
          </a:prstGeom>
          <a:noFill/>
          <a:ln>
            <a:noFill/>
          </a:ln>
        </p:spPr>
        <p:txBody>
          <a:bodyPr lIns="0" rIns="0" tIns="0" bIns="0" anchor="ctr">
            <a:normAutofit/>
          </a:bodyPr>
          <a:p>
            <a:pPr algn="r">
              <a:lnSpc>
                <a:spcPct val="100000"/>
              </a:lnSpc>
              <a:spcAft>
                <a:spcPts val="601"/>
              </a:spcAft>
            </a:pPr>
            <a:fld id="{7645B7C2-789C-496E-AC0F-33AADE2800EC}" type="slidenum">
              <a:rPr b="0" lang="en-US" sz="1000" spc="-1" strike="noStrike">
                <a:solidFill>
                  <a:srgbClr val="ffffff"/>
                </a:solidFill>
                <a:latin typeface="Gill Sans MT"/>
              </a:rPr>
              <a:t>&lt;number&gt;</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TextShape 1"/>
          <p:cNvSpPr txBox="1"/>
          <p:nvPr/>
        </p:nvSpPr>
        <p:spPr>
          <a:xfrm>
            <a:off x="183240" y="91440"/>
            <a:ext cx="3565800" cy="1485720"/>
          </a:xfrm>
          <a:prstGeom prst="rect">
            <a:avLst/>
          </a:prstGeom>
          <a:noFill/>
          <a:ln>
            <a:noFill/>
          </a:ln>
        </p:spPr>
        <p:txBody>
          <a:bodyPr lIns="0" rIns="0" tIns="0" bIns="0" anchor="b">
            <a:noAutofit/>
          </a:bodyPr>
          <a:p>
            <a:pPr>
              <a:lnSpc>
                <a:spcPct val="90000"/>
              </a:lnSpc>
            </a:pPr>
            <a:r>
              <a:rPr b="0" lang="en-US" sz="4000" spc="-1" strike="noStrike">
                <a:solidFill>
                  <a:srgbClr val="ffffff"/>
                </a:solidFill>
                <a:latin typeface="Walbaum Display"/>
              </a:rPr>
              <a:t>Backtracking Algorithm</a:t>
            </a:r>
            <a:endParaRPr b="0" lang="en-US" sz="4000" spc="-1" strike="noStrike">
              <a:solidFill>
                <a:srgbClr val="ffffff"/>
              </a:solidFill>
              <a:latin typeface="Gill Sans MT"/>
            </a:endParaRPr>
          </a:p>
        </p:txBody>
      </p:sp>
      <p:sp>
        <p:nvSpPr>
          <p:cNvPr id="220" name="TextShape 2"/>
          <p:cNvSpPr txBox="1"/>
          <p:nvPr/>
        </p:nvSpPr>
        <p:spPr>
          <a:xfrm>
            <a:off x="183960" y="1577160"/>
            <a:ext cx="3565080" cy="4176720"/>
          </a:xfrm>
          <a:prstGeom prst="rect">
            <a:avLst/>
          </a:prstGeom>
          <a:noFill/>
          <a:ln>
            <a:noFill/>
          </a:ln>
        </p:spPr>
        <p:txBody>
          <a:bodyPr lIns="0" rIns="0" tIns="0" bIns="0">
            <a:noAutofit/>
          </a:bodyPr>
          <a:p>
            <a:pPr marL="228600" indent="-228240">
              <a:lnSpc>
                <a:spcPct val="110000"/>
              </a:lnSpc>
              <a:spcBef>
                <a:spcPts val="1001"/>
              </a:spcBef>
              <a:spcAft>
                <a:spcPts val="799"/>
              </a:spcAft>
              <a:tabLst>
                <a:tab algn="l" pos="0"/>
              </a:tabLst>
            </a:pPr>
            <a:r>
              <a:rPr b="0" lang="en-US" sz="2400" spc="-1" strike="noStrike">
                <a:solidFill>
                  <a:srgbClr val="d1d5db"/>
                </a:solidFill>
                <a:latin typeface="Söhne"/>
              </a:rPr>
              <a:t>    </a:t>
            </a:r>
            <a:r>
              <a:rPr b="0" lang="en-US" sz="2400" spc="-1" strike="noStrike">
                <a:solidFill>
                  <a:srgbClr val="d1d5db"/>
                </a:solidFill>
                <a:latin typeface="Söhne"/>
              </a:rPr>
              <a:t>Backtracking is a general algorithmic technique used to systematically explore all possible solutions to a problem by incrementally building a solution candidate and backtracking when a dead end is reached.</a:t>
            </a:r>
            <a:endParaRPr b="0" lang="en-US" sz="2400" spc="-1" strike="noStrike">
              <a:solidFill>
                <a:srgbClr val="ffffff"/>
              </a:solidFill>
              <a:latin typeface="Gill Sans MT"/>
            </a:endParaRPr>
          </a:p>
        </p:txBody>
      </p:sp>
      <p:sp>
        <p:nvSpPr>
          <p:cNvPr id="221" name="TextShape 3"/>
          <p:cNvSpPr txBox="1"/>
          <p:nvPr/>
        </p:nvSpPr>
        <p:spPr>
          <a:xfrm>
            <a:off x="550800" y="6507360"/>
            <a:ext cx="2628720" cy="153360"/>
          </a:xfrm>
          <a:prstGeom prst="rect">
            <a:avLst/>
          </a:prstGeom>
          <a:noFill/>
          <a:ln>
            <a:noFill/>
          </a:ln>
        </p:spPr>
        <p:txBody>
          <a:bodyPr lIns="0" rIns="0" tIns="0" bIns="0" anchor="ctr">
            <a:noAutofit/>
          </a:bodyPr>
          <a:p>
            <a:pPr>
              <a:lnSpc>
                <a:spcPct val="100000"/>
              </a:lnSpc>
            </a:pPr>
            <a:r>
              <a:rPr b="0" lang="en-US" sz="1000" spc="-1" strike="noStrike">
                <a:solidFill>
                  <a:srgbClr val="a6a6a6"/>
                </a:solidFill>
                <a:latin typeface="Gill Sans MT"/>
              </a:rPr>
              <a:t>Friday, June 2, 2023</a:t>
            </a:r>
            <a:endParaRPr b="0" lang="en-US" sz="1000" spc="-1" strike="noStrike">
              <a:latin typeface="Times New Roman"/>
            </a:endParaRPr>
          </a:p>
        </p:txBody>
      </p:sp>
      <p:sp>
        <p:nvSpPr>
          <p:cNvPr id="222" name="TextShape 4"/>
          <p:cNvSpPr txBox="1"/>
          <p:nvPr/>
        </p:nvSpPr>
        <p:spPr>
          <a:xfrm>
            <a:off x="3359160" y="6507360"/>
            <a:ext cx="6378840" cy="153360"/>
          </a:xfrm>
          <a:prstGeom prst="rect">
            <a:avLst/>
          </a:prstGeom>
          <a:noFill/>
          <a:ln>
            <a:noFill/>
          </a:ln>
        </p:spPr>
        <p:txBody>
          <a:bodyPr lIns="0" rIns="0" tIns="0" bIns="0" anchor="ctr">
            <a:noAutofit/>
          </a:bodyPr>
          <a:p>
            <a:pPr>
              <a:lnSpc>
                <a:spcPct val="100000"/>
              </a:lnSpc>
            </a:pPr>
            <a:r>
              <a:rPr b="0" lang="en-US" sz="1000" spc="-1" strike="noStrike">
                <a:solidFill>
                  <a:srgbClr val="a6a6a6"/>
                </a:solidFill>
                <a:latin typeface="Gill Sans MT"/>
              </a:rPr>
              <a:t>DA Assign2-Routing Algorithm for Ocean Shipping and Urban Deliveries</a:t>
            </a:r>
            <a:endParaRPr b="0" lang="en-US" sz="1000" spc="-1" strike="noStrike">
              <a:latin typeface="Times New Roman"/>
            </a:endParaRPr>
          </a:p>
        </p:txBody>
      </p:sp>
      <p:sp>
        <p:nvSpPr>
          <p:cNvPr id="223" name="TextShape 5"/>
          <p:cNvSpPr txBox="1"/>
          <p:nvPr/>
        </p:nvSpPr>
        <p:spPr>
          <a:xfrm>
            <a:off x="9948960" y="6507360"/>
            <a:ext cx="1692000" cy="153360"/>
          </a:xfrm>
          <a:prstGeom prst="rect">
            <a:avLst/>
          </a:prstGeom>
          <a:noFill/>
          <a:ln>
            <a:noFill/>
          </a:ln>
        </p:spPr>
        <p:txBody>
          <a:bodyPr lIns="0" rIns="0" tIns="0" bIns="0" anchor="ctr">
            <a:noAutofit/>
          </a:bodyPr>
          <a:p>
            <a:pPr algn="r">
              <a:lnSpc>
                <a:spcPct val="100000"/>
              </a:lnSpc>
            </a:pPr>
            <a:fld id="{BE115F5A-5484-4A6F-B84A-BE2AC93E8DA5}" type="slidenum">
              <a:rPr b="0" lang="en-US" sz="1000" spc="-1" strike="noStrike">
                <a:solidFill>
                  <a:srgbClr val="a6a6a6"/>
                </a:solidFill>
                <a:latin typeface="Gill Sans MT"/>
              </a:rPr>
              <a:t>3</a:t>
            </a:fld>
            <a:endParaRPr b="0" lang="en-US" sz="1000" spc="-1" strike="noStrike">
              <a:latin typeface="Times New Roman"/>
            </a:endParaRPr>
          </a:p>
        </p:txBody>
      </p:sp>
      <p:pic>
        <p:nvPicPr>
          <p:cNvPr id="224" name="Picture 4" descr=""/>
          <p:cNvPicPr/>
          <p:nvPr/>
        </p:nvPicPr>
        <p:blipFill>
          <a:blip r:embed="rId1"/>
          <a:stretch/>
        </p:blipFill>
        <p:spPr>
          <a:xfrm>
            <a:off x="4538520" y="421560"/>
            <a:ext cx="3129480" cy="1759320"/>
          </a:xfrm>
          <a:prstGeom prst="rect">
            <a:avLst/>
          </a:prstGeom>
          <a:ln>
            <a:noFill/>
          </a:ln>
        </p:spPr>
      </p:pic>
      <p:sp>
        <p:nvSpPr>
          <p:cNvPr id="225" name="CustomShape 6"/>
          <p:cNvSpPr/>
          <p:nvPr/>
        </p:nvSpPr>
        <p:spPr>
          <a:xfrm>
            <a:off x="4249080" y="2181240"/>
            <a:ext cx="2040480" cy="36468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1800" spc="-1" strike="noStrike">
                <a:solidFill>
                  <a:srgbClr val="ffffff"/>
                </a:solidFill>
                <a:latin typeface="Gill Sans MT"/>
              </a:rPr>
              <a:t>File: tourism.csv</a:t>
            </a:r>
            <a:endParaRPr b="0" lang="en-US" sz="1800" spc="-1" strike="noStrike">
              <a:latin typeface="Arial"/>
            </a:endParaRPr>
          </a:p>
        </p:txBody>
      </p:sp>
      <p:sp>
        <p:nvSpPr>
          <p:cNvPr id="226" name="CustomShape 7"/>
          <p:cNvSpPr/>
          <p:nvPr/>
        </p:nvSpPr>
        <p:spPr>
          <a:xfrm>
            <a:off x="7190640" y="3074040"/>
            <a:ext cx="675360" cy="597240"/>
          </a:xfrm>
          <a:prstGeom prst="ellipse">
            <a:avLst/>
          </a:prstGeom>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n-US" sz="1800" spc="-1" strike="noStrike">
                <a:solidFill>
                  <a:srgbClr val="ffffff"/>
                </a:solidFill>
                <a:latin typeface="Gill Sans MT"/>
              </a:rPr>
              <a:t>2</a:t>
            </a:r>
            <a:endParaRPr b="0" lang="en-US" sz="1800" spc="-1" strike="noStrike">
              <a:latin typeface="Arial"/>
            </a:endParaRPr>
          </a:p>
        </p:txBody>
      </p:sp>
      <p:sp>
        <p:nvSpPr>
          <p:cNvPr id="227" name="CustomShape 8"/>
          <p:cNvSpPr/>
          <p:nvPr/>
        </p:nvSpPr>
        <p:spPr>
          <a:xfrm>
            <a:off x="7353000" y="5584680"/>
            <a:ext cx="675360" cy="597240"/>
          </a:xfrm>
          <a:prstGeom prst="ellipse">
            <a:avLst/>
          </a:prstGeom>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n-US" sz="1800" spc="-1" strike="noStrike">
                <a:solidFill>
                  <a:srgbClr val="ffffff"/>
                </a:solidFill>
                <a:latin typeface="Gill Sans MT"/>
              </a:rPr>
              <a:t>3</a:t>
            </a:r>
            <a:endParaRPr b="0" lang="en-US" sz="1800" spc="-1" strike="noStrike">
              <a:latin typeface="Arial"/>
            </a:endParaRPr>
          </a:p>
        </p:txBody>
      </p:sp>
      <p:sp>
        <p:nvSpPr>
          <p:cNvPr id="228" name="CustomShape 9"/>
          <p:cNvSpPr/>
          <p:nvPr/>
        </p:nvSpPr>
        <p:spPr>
          <a:xfrm>
            <a:off x="5680080" y="4387320"/>
            <a:ext cx="675360" cy="597240"/>
          </a:xfrm>
          <a:prstGeom prst="ellipse">
            <a:avLst/>
          </a:prstGeom>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n-US" sz="1800" spc="-1" strike="noStrike">
                <a:solidFill>
                  <a:srgbClr val="ffffff"/>
                </a:solidFill>
                <a:latin typeface="Gill Sans MT"/>
              </a:rPr>
              <a:t>0</a:t>
            </a:r>
            <a:endParaRPr b="0" lang="en-US" sz="1800" spc="-1" strike="noStrike">
              <a:latin typeface="Arial"/>
            </a:endParaRPr>
          </a:p>
        </p:txBody>
      </p:sp>
      <p:sp>
        <p:nvSpPr>
          <p:cNvPr id="229" name="CustomShape 10"/>
          <p:cNvSpPr/>
          <p:nvPr/>
        </p:nvSpPr>
        <p:spPr>
          <a:xfrm>
            <a:off x="9272880" y="5200560"/>
            <a:ext cx="675360" cy="597240"/>
          </a:xfrm>
          <a:prstGeom prst="ellipse">
            <a:avLst/>
          </a:prstGeom>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n-US" sz="1800" spc="-1" strike="noStrike">
                <a:solidFill>
                  <a:srgbClr val="ffffff"/>
                </a:solidFill>
                <a:latin typeface="Gill Sans MT"/>
              </a:rPr>
              <a:t>1</a:t>
            </a:r>
            <a:endParaRPr b="0" lang="en-US" sz="1800" spc="-1" strike="noStrike">
              <a:latin typeface="Arial"/>
            </a:endParaRPr>
          </a:p>
        </p:txBody>
      </p:sp>
      <p:sp>
        <p:nvSpPr>
          <p:cNvPr id="230" name="CustomShape 11"/>
          <p:cNvSpPr/>
          <p:nvPr/>
        </p:nvSpPr>
        <p:spPr>
          <a:xfrm>
            <a:off x="9272880" y="3673800"/>
            <a:ext cx="675360" cy="597240"/>
          </a:xfrm>
          <a:prstGeom prst="ellipse">
            <a:avLst/>
          </a:prstGeom>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n-US" sz="1800" spc="-1" strike="noStrike">
                <a:solidFill>
                  <a:srgbClr val="ffffff"/>
                </a:solidFill>
                <a:latin typeface="Gill Sans MT"/>
              </a:rPr>
              <a:t>4</a:t>
            </a:r>
            <a:endParaRPr b="0" lang="en-US" sz="1800" spc="-1" strike="noStrike">
              <a:latin typeface="Arial"/>
            </a:endParaRPr>
          </a:p>
        </p:txBody>
      </p:sp>
      <p:sp>
        <p:nvSpPr>
          <p:cNvPr id="231" name="Line 12"/>
          <p:cNvSpPr/>
          <p:nvPr/>
        </p:nvSpPr>
        <p:spPr>
          <a:xfrm>
            <a:off x="6355800" y="4825440"/>
            <a:ext cx="2917080" cy="673920"/>
          </a:xfrm>
          <a:prstGeom prst="line">
            <a:avLst/>
          </a:prstGeom>
          <a:ln/>
        </p:spPr>
        <p:style>
          <a:lnRef idx="3">
            <a:schemeClr val="accent5"/>
          </a:lnRef>
          <a:fillRef idx="0">
            <a:schemeClr val="accent5"/>
          </a:fillRef>
          <a:effectRef idx="2">
            <a:schemeClr val="accent5"/>
          </a:effectRef>
          <a:fontRef idx="minor"/>
        </p:style>
      </p:sp>
      <p:sp>
        <p:nvSpPr>
          <p:cNvPr id="232" name="Line 13"/>
          <p:cNvSpPr/>
          <p:nvPr/>
        </p:nvSpPr>
        <p:spPr>
          <a:xfrm flipV="1">
            <a:off x="6210720" y="3583800"/>
            <a:ext cx="1078560" cy="861840"/>
          </a:xfrm>
          <a:prstGeom prst="line">
            <a:avLst/>
          </a:prstGeom>
          <a:ln/>
        </p:spPr>
        <p:style>
          <a:lnRef idx="3">
            <a:schemeClr val="accent5"/>
          </a:lnRef>
          <a:fillRef idx="0">
            <a:schemeClr val="accent5"/>
          </a:fillRef>
          <a:effectRef idx="2">
            <a:schemeClr val="accent5"/>
          </a:effectRef>
          <a:fontRef idx="minor"/>
        </p:style>
      </p:sp>
      <p:sp>
        <p:nvSpPr>
          <p:cNvPr id="233" name="Line 14"/>
          <p:cNvSpPr/>
          <p:nvPr/>
        </p:nvSpPr>
        <p:spPr>
          <a:xfrm>
            <a:off x="6132240" y="5010840"/>
            <a:ext cx="1220400" cy="872280"/>
          </a:xfrm>
          <a:prstGeom prst="line">
            <a:avLst/>
          </a:prstGeom>
          <a:ln/>
        </p:spPr>
        <p:style>
          <a:lnRef idx="3">
            <a:schemeClr val="accent5"/>
          </a:lnRef>
          <a:fillRef idx="0">
            <a:schemeClr val="accent5"/>
          </a:fillRef>
          <a:effectRef idx="2">
            <a:schemeClr val="accent5"/>
          </a:effectRef>
          <a:fontRef idx="minor"/>
        </p:style>
      </p:sp>
      <p:sp>
        <p:nvSpPr>
          <p:cNvPr id="234" name="Line 15"/>
          <p:cNvSpPr/>
          <p:nvPr/>
        </p:nvSpPr>
        <p:spPr>
          <a:xfrm flipV="1">
            <a:off x="6355800" y="3972240"/>
            <a:ext cx="2917080" cy="623880"/>
          </a:xfrm>
          <a:prstGeom prst="line">
            <a:avLst/>
          </a:prstGeom>
          <a:ln/>
        </p:spPr>
        <p:style>
          <a:lnRef idx="3">
            <a:schemeClr val="accent5"/>
          </a:lnRef>
          <a:fillRef idx="0">
            <a:schemeClr val="accent5"/>
          </a:fillRef>
          <a:effectRef idx="2">
            <a:schemeClr val="accent5"/>
          </a:effectRef>
          <a:fontRef idx="minor"/>
        </p:style>
      </p:sp>
      <p:sp>
        <p:nvSpPr>
          <p:cNvPr id="235" name="Line 16"/>
          <p:cNvSpPr/>
          <p:nvPr/>
        </p:nvSpPr>
        <p:spPr>
          <a:xfrm flipH="1" flipV="1">
            <a:off x="7528320" y="3671280"/>
            <a:ext cx="162360" cy="1913400"/>
          </a:xfrm>
          <a:prstGeom prst="line">
            <a:avLst/>
          </a:prstGeom>
          <a:ln/>
        </p:spPr>
        <p:style>
          <a:lnRef idx="3">
            <a:schemeClr val="accent5"/>
          </a:lnRef>
          <a:fillRef idx="0">
            <a:schemeClr val="accent5"/>
          </a:fillRef>
          <a:effectRef idx="2">
            <a:schemeClr val="accent5"/>
          </a:effectRef>
          <a:fontRef idx="minor"/>
        </p:style>
      </p:sp>
      <p:sp>
        <p:nvSpPr>
          <p:cNvPr id="236" name="Line 17"/>
          <p:cNvSpPr/>
          <p:nvPr/>
        </p:nvSpPr>
        <p:spPr>
          <a:xfrm flipV="1">
            <a:off x="8017920" y="5710320"/>
            <a:ext cx="1353960" cy="245160"/>
          </a:xfrm>
          <a:prstGeom prst="line">
            <a:avLst/>
          </a:prstGeom>
          <a:ln/>
        </p:spPr>
        <p:style>
          <a:lnRef idx="3">
            <a:schemeClr val="accent5"/>
          </a:lnRef>
          <a:fillRef idx="0">
            <a:schemeClr val="accent5"/>
          </a:fillRef>
          <a:effectRef idx="2">
            <a:schemeClr val="accent5"/>
          </a:effectRef>
          <a:fontRef idx="minor"/>
        </p:style>
      </p:sp>
      <p:sp>
        <p:nvSpPr>
          <p:cNvPr id="237" name="Line 18"/>
          <p:cNvSpPr/>
          <p:nvPr/>
        </p:nvSpPr>
        <p:spPr>
          <a:xfrm flipV="1">
            <a:off x="7951320" y="4183560"/>
            <a:ext cx="1420560" cy="1517400"/>
          </a:xfrm>
          <a:prstGeom prst="line">
            <a:avLst/>
          </a:prstGeom>
          <a:ln/>
        </p:spPr>
        <p:style>
          <a:lnRef idx="3">
            <a:schemeClr val="accent5"/>
          </a:lnRef>
          <a:fillRef idx="0">
            <a:schemeClr val="accent5"/>
          </a:fillRef>
          <a:effectRef idx="2">
            <a:schemeClr val="accent5"/>
          </a:effectRef>
          <a:fontRef idx="minor"/>
        </p:style>
      </p:sp>
      <p:sp>
        <p:nvSpPr>
          <p:cNvPr id="238" name="Line 19"/>
          <p:cNvSpPr/>
          <p:nvPr/>
        </p:nvSpPr>
        <p:spPr>
          <a:xfrm flipV="1">
            <a:off x="9607680" y="4271040"/>
            <a:ext cx="3240" cy="929520"/>
          </a:xfrm>
          <a:prstGeom prst="line">
            <a:avLst/>
          </a:prstGeom>
          <a:ln/>
        </p:spPr>
        <p:style>
          <a:lnRef idx="3">
            <a:schemeClr val="accent5"/>
          </a:lnRef>
          <a:fillRef idx="0">
            <a:schemeClr val="accent5"/>
          </a:fillRef>
          <a:effectRef idx="2">
            <a:schemeClr val="accent5"/>
          </a:effectRef>
          <a:fontRef idx="minor"/>
        </p:style>
      </p:sp>
      <p:sp>
        <p:nvSpPr>
          <p:cNvPr id="239" name="Line 20"/>
          <p:cNvSpPr/>
          <p:nvPr/>
        </p:nvSpPr>
        <p:spPr>
          <a:xfrm>
            <a:off x="7866360" y="3372840"/>
            <a:ext cx="1406520" cy="462960"/>
          </a:xfrm>
          <a:prstGeom prst="line">
            <a:avLst/>
          </a:prstGeom>
          <a:ln/>
        </p:spPr>
        <p:style>
          <a:lnRef idx="3">
            <a:schemeClr val="accent5"/>
          </a:lnRef>
          <a:fillRef idx="0">
            <a:schemeClr val="accent5"/>
          </a:fillRef>
          <a:effectRef idx="2">
            <a:schemeClr val="accent5"/>
          </a:effectRef>
          <a:fontRef idx="minor"/>
        </p:style>
      </p:sp>
      <p:sp>
        <p:nvSpPr>
          <p:cNvPr id="240" name="Line 21"/>
          <p:cNvSpPr/>
          <p:nvPr/>
        </p:nvSpPr>
        <p:spPr>
          <a:xfrm>
            <a:off x="7784280" y="3608280"/>
            <a:ext cx="1587600" cy="1679760"/>
          </a:xfrm>
          <a:prstGeom prst="line">
            <a:avLst/>
          </a:prstGeom>
          <a:ln/>
        </p:spPr>
        <p:style>
          <a:lnRef idx="3">
            <a:schemeClr val="accent5"/>
          </a:lnRef>
          <a:fillRef idx="0">
            <a:schemeClr val="accent5"/>
          </a:fillRef>
          <a:effectRef idx="2">
            <a:schemeClr val="accent5"/>
          </a:effectRef>
          <a:fontRef idx="minor"/>
        </p:style>
      </p:sp>
      <p:sp>
        <p:nvSpPr>
          <p:cNvPr id="241" name="Line 22"/>
          <p:cNvSpPr/>
          <p:nvPr/>
        </p:nvSpPr>
        <p:spPr>
          <a:xfrm>
            <a:off x="6361560" y="4831560"/>
            <a:ext cx="2911320" cy="667800"/>
          </a:xfrm>
          <a:prstGeom prst="line">
            <a:avLst/>
          </a:prstGeom>
          <a:ln w="76320">
            <a:solidFill>
              <a:srgbClr val="ff0000"/>
            </a:solidFill>
          </a:ln>
        </p:spPr>
        <p:style>
          <a:lnRef idx="3">
            <a:schemeClr val="accent5"/>
          </a:lnRef>
          <a:fillRef idx="0">
            <a:schemeClr val="accent5"/>
          </a:fillRef>
          <a:effectRef idx="2">
            <a:schemeClr val="accent5"/>
          </a:effectRef>
          <a:fontRef idx="minor"/>
        </p:style>
      </p:sp>
      <p:sp>
        <p:nvSpPr>
          <p:cNvPr id="242" name="Line 23"/>
          <p:cNvSpPr/>
          <p:nvPr/>
        </p:nvSpPr>
        <p:spPr>
          <a:xfrm>
            <a:off x="7767360" y="3583800"/>
            <a:ext cx="1590480" cy="1694880"/>
          </a:xfrm>
          <a:prstGeom prst="line">
            <a:avLst/>
          </a:prstGeom>
          <a:ln w="76320">
            <a:solidFill>
              <a:srgbClr val="ff0000"/>
            </a:solidFill>
          </a:ln>
        </p:spPr>
        <p:style>
          <a:lnRef idx="3">
            <a:schemeClr val="accent5"/>
          </a:lnRef>
          <a:fillRef idx="0">
            <a:schemeClr val="accent5"/>
          </a:fillRef>
          <a:effectRef idx="2">
            <a:schemeClr val="accent5"/>
          </a:effectRef>
          <a:fontRef idx="minor"/>
        </p:style>
      </p:sp>
      <p:sp>
        <p:nvSpPr>
          <p:cNvPr id="243" name="Line 24"/>
          <p:cNvSpPr/>
          <p:nvPr/>
        </p:nvSpPr>
        <p:spPr>
          <a:xfrm>
            <a:off x="7528320" y="3671280"/>
            <a:ext cx="162360" cy="1913400"/>
          </a:xfrm>
          <a:prstGeom prst="line">
            <a:avLst/>
          </a:prstGeom>
          <a:ln w="76320">
            <a:solidFill>
              <a:srgbClr val="ff0000"/>
            </a:solidFill>
          </a:ln>
        </p:spPr>
        <p:style>
          <a:lnRef idx="3">
            <a:schemeClr val="accent5"/>
          </a:lnRef>
          <a:fillRef idx="0">
            <a:schemeClr val="accent5"/>
          </a:fillRef>
          <a:effectRef idx="2">
            <a:schemeClr val="accent5"/>
          </a:effectRef>
          <a:fontRef idx="minor"/>
        </p:style>
      </p:sp>
      <p:sp>
        <p:nvSpPr>
          <p:cNvPr id="244" name="Line 25"/>
          <p:cNvSpPr/>
          <p:nvPr/>
        </p:nvSpPr>
        <p:spPr>
          <a:xfrm>
            <a:off x="7866360" y="3372840"/>
            <a:ext cx="1381680" cy="453600"/>
          </a:xfrm>
          <a:prstGeom prst="line">
            <a:avLst/>
          </a:prstGeom>
          <a:ln w="76320">
            <a:solidFill>
              <a:srgbClr val="ff0000"/>
            </a:solidFill>
          </a:ln>
        </p:spPr>
        <p:style>
          <a:lnRef idx="3">
            <a:schemeClr val="accent5"/>
          </a:lnRef>
          <a:fillRef idx="0">
            <a:schemeClr val="accent5"/>
          </a:fillRef>
          <a:effectRef idx="2">
            <a:schemeClr val="accent5"/>
          </a:effectRef>
          <a:fontRef idx="minor"/>
        </p:style>
      </p:sp>
      <p:sp>
        <p:nvSpPr>
          <p:cNvPr id="245" name="Line 26"/>
          <p:cNvSpPr/>
          <p:nvPr/>
        </p:nvSpPr>
        <p:spPr>
          <a:xfrm>
            <a:off x="9610920" y="4271040"/>
            <a:ext cx="0" cy="929520"/>
          </a:xfrm>
          <a:prstGeom prst="line">
            <a:avLst/>
          </a:prstGeom>
          <a:ln w="76320">
            <a:solidFill>
              <a:srgbClr val="ff0000"/>
            </a:solidFill>
          </a:ln>
        </p:spPr>
        <p:style>
          <a:lnRef idx="3">
            <a:schemeClr val="accent5"/>
          </a:lnRef>
          <a:fillRef idx="0">
            <a:schemeClr val="accent5"/>
          </a:fillRef>
          <a:effectRef idx="2">
            <a:schemeClr val="accent5"/>
          </a:effectRef>
          <a:fontRef idx="minor"/>
        </p:style>
      </p:sp>
      <p:sp>
        <p:nvSpPr>
          <p:cNvPr id="246" name="Line 27"/>
          <p:cNvSpPr/>
          <p:nvPr/>
        </p:nvSpPr>
        <p:spPr>
          <a:xfrm>
            <a:off x="6138720" y="4984560"/>
            <a:ext cx="1213920" cy="898560"/>
          </a:xfrm>
          <a:prstGeom prst="line">
            <a:avLst/>
          </a:prstGeom>
          <a:ln w="76320">
            <a:solidFill>
              <a:srgbClr val="ff0000"/>
            </a:solidFill>
          </a:ln>
        </p:spPr>
        <p:style>
          <a:lnRef idx="3">
            <a:schemeClr val="accent5"/>
          </a:lnRef>
          <a:fillRef idx="0">
            <a:schemeClr val="accent5"/>
          </a:fillRef>
          <a:effectRef idx="2">
            <a:schemeClr val="accent5"/>
          </a:effectRef>
          <a:fontRef idx="minor"/>
        </p:style>
      </p:sp>
      <p:sp>
        <p:nvSpPr>
          <p:cNvPr id="247" name="Line 28"/>
          <p:cNvSpPr/>
          <p:nvPr/>
        </p:nvSpPr>
        <p:spPr>
          <a:xfrm>
            <a:off x="7528320" y="3671280"/>
            <a:ext cx="140040" cy="1941120"/>
          </a:xfrm>
          <a:prstGeom prst="line">
            <a:avLst/>
          </a:prstGeom>
          <a:ln w="76320">
            <a:solidFill>
              <a:srgbClr val="ff0000"/>
            </a:solidFill>
          </a:ln>
        </p:spPr>
        <p:style>
          <a:lnRef idx="3">
            <a:schemeClr val="accent5"/>
          </a:lnRef>
          <a:fillRef idx="0">
            <a:schemeClr val="accent5"/>
          </a:fillRef>
          <a:effectRef idx="2">
            <a:schemeClr val="accent5"/>
          </a:effectRef>
          <a:fontRef idx="minor"/>
        </p:style>
      </p:sp>
      <p:sp>
        <p:nvSpPr>
          <p:cNvPr id="248" name="Line 29"/>
          <p:cNvSpPr/>
          <p:nvPr/>
        </p:nvSpPr>
        <p:spPr>
          <a:xfrm>
            <a:off x="7767360" y="3583800"/>
            <a:ext cx="1604520" cy="1704240"/>
          </a:xfrm>
          <a:prstGeom prst="line">
            <a:avLst/>
          </a:prstGeom>
          <a:ln w="76320">
            <a:solidFill>
              <a:srgbClr val="ff0000"/>
            </a:solidFill>
          </a:ln>
        </p:spPr>
        <p:style>
          <a:lnRef idx="3">
            <a:schemeClr val="accent5"/>
          </a:lnRef>
          <a:fillRef idx="0">
            <a:schemeClr val="accent5"/>
          </a:fillRef>
          <a:effectRef idx="2">
            <a:schemeClr val="accent5"/>
          </a:effectRef>
          <a:fontRef idx="minor"/>
        </p:style>
      </p:sp>
      <p:sp>
        <p:nvSpPr>
          <p:cNvPr id="249" name="Line 30"/>
          <p:cNvSpPr/>
          <p:nvPr/>
        </p:nvSpPr>
        <p:spPr>
          <a:xfrm>
            <a:off x="9610920" y="4271040"/>
            <a:ext cx="0" cy="929520"/>
          </a:xfrm>
          <a:prstGeom prst="line">
            <a:avLst/>
          </a:prstGeom>
          <a:ln w="76320">
            <a:solidFill>
              <a:srgbClr val="ff0000"/>
            </a:solidFill>
          </a:ln>
        </p:spPr>
        <p:style>
          <a:lnRef idx="3">
            <a:schemeClr val="accent5"/>
          </a:lnRef>
          <a:fillRef idx="0">
            <a:schemeClr val="accent5"/>
          </a:fillRef>
          <a:effectRef idx="2">
            <a:schemeClr val="accent5"/>
          </a:effectRef>
          <a:fontRef idx="minor"/>
        </p:style>
      </p:sp>
      <p:sp>
        <p:nvSpPr>
          <p:cNvPr id="250" name="Line 31"/>
          <p:cNvSpPr/>
          <p:nvPr/>
        </p:nvSpPr>
        <p:spPr>
          <a:xfrm flipV="1">
            <a:off x="6340320" y="3972240"/>
            <a:ext cx="2932560" cy="597600"/>
          </a:xfrm>
          <a:prstGeom prst="line">
            <a:avLst/>
          </a:prstGeom>
          <a:ln w="76320">
            <a:solidFill>
              <a:srgbClr val="ff0000"/>
            </a:solidFill>
          </a:ln>
        </p:spPr>
        <p:style>
          <a:lnRef idx="3">
            <a:schemeClr val="accent5"/>
          </a:lnRef>
          <a:fillRef idx="0">
            <a:schemeClr val="accent5"/>
          </a:fillRef>
          <a:effectRef idx="2">
            <a:schemeClr val="accent5"/>
          </a:effectRef>
          <a:fontRef idx="minor"/>
        </p:style>
      </p:sp>
      <p:sp>
        <p:nvSpPr>
          <p:cNvPr id="251" name="CustomShape 32"/>
          <p:cNvSpPr/>
          <p:nvPr/>
        </p:nvSpPr>
        <p:spPr>
          <a:xfrm>
            <a:off x="8018280" y="369360"/>
            <a:ext cx="4069800" cy="25585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ffffff"/>
                </a:solidFill>
                <a:latin typeface="Gill Sans MT"/>
              </a:rPr>
              <a:t>Time Complexity: O(n!)</a:t>
            </a:r>
            <a:endParaRPr b="0" lang="en-US" sz="1800" spc="-1" strike="noStrike">
              <a:latin typeface="Arial"/>
            </a:endParaRPr>
          </a:p>
          <a:p>
            <a:pPr>
              <a:lnSpc>
                <a:spcPct val="100000"/>
              </a:lnSpc>
            </a:pPr>
            <a:r>
              <a:rPr b="0" lang="en-US" sz="1800" spc="-1" strike="noStrike">
                <a:solidFill>
                  <a:srgbClr val="ffffff"/>
                </a:solidFill>
                <a:latin typeface="Gill Sans MT"/>
              </a:rPr>
              <a:t> </a:t>
            </a:r>
            <a:r>
              <a:rPr b="0" lang="en-US" sz="1800" spc="-1" strike="noStrike">
                <a:solidFill>
                  <a:srgbClr val="ffffff"/>
                </a:solidFill>
                <a:latin typeface="Gill Sans MT"/>
              </a:rPr>
              <a:t>n is the number of nodes</a:t>
            </a:r>
            <a:endParaRPr b="0" lang="en-US" sz="1800" spc="-1" strike="noStrike">
              <a:latin typeface="Arial"/>
            </a:endParaRPr>
          </a:p>
          <a:p>
            <a:pPr>
              <a:lnSpc>
                <a:spcPct val="100000"/>
              </a:lnSpc>
            </a:pPr>
            <a:endParaRPr b="0" lang="en-US" sz="1800" spc="-1" strike="noStrike">
              <a:latin typeface="Arial"/>
            </a:endParaRPr>
          </a:p>
          <a:p>
            <a:pPr>
              <a:lnSpc>
                <a:spcPct val="100000"/>
              </a:lnSpc>
            </a:pPr>
            <a:r>
              <a:rPr b="0" lang="en-US" sz="1800" spc="-1" strike="noStrike">
                <a:solidFill>
                  <a:srgbClr val="ffffff"/>
                </a:solidFill>
                <a:latin typeface="Gill Sans MT"/>
              </a:rPr>
              <a:t>Space Complexity: O(n)</a:t>
            </a:r>
            <a:endParaRPr b="0" lang="en-US" sz="1800" spc="-1" strike="noStrike">
              <a:latin typeface="Arial"/>
            </a:endParaRPr>
          </a:p>
          <a:p>
            <a:pPr>
              <a:lnSpc>
                <a:spcPct val="100000"/>
              </a:lnSpc>
            </a:pPr>
            <a:r>
              <a:rPr b="0" lang="en-US" sz="1800" spc="-1" strike="noStrike">
                <a:solidFill>
                  <a:srgbClr val="ffffff"/>
                </a:solidFill>
                <a:latin typeface="Gill Sans MT"/>
              </a:rPr>
              <a:t>Requires storing the current path and the </a:t>
            </a:r>
            <a:endParaRPr b="0" lang="en-US" sz="1800" spc="-1" strike="noStrike">
              <a:latin typeface="Arial"/>
            </a:endParaRPr>
          </a:p>
          <a:p>
            <a:pPr>
              <a:lnSpc>
                <a:spcPct val="100000"/>
              </a:lnSpc>
            </a:pPr>
            <a:r>
              <a:rPr b="0" lang="en-US" sz="1800" spc="-1" strike="noStrike" u="sng">
                <a:solidFill>
                  <a:srgbClr val="ffffff"/>
                </a:solidFill>
                <a:uFillTx/>
                <a:latin typeface="Gill Sans MT"/>
              </a:rPr>
              <a:t>visited</a:t>
            </a:r>
            <a:r>
              <a:rPr b="0" lang="en-US" sz="1800" spc="-1" strike="noStrike">
                <a:solidFill>
                  <a:srgbClr val="ffffff"/>
                </a:solidFill>
                <a:latin typeface="Gill Sans MT"/>
              </a:rPr>
              <a:t> status of each node during the </a:t>
            </a:r>
            <a:endParaRPr b="0" lang="en-US" sz="1800" spc="-1" strike="noStrike">
              <a:latin typeface="Arial"/>
            </a:endParaRPr>
          </a:p>
          <a:p>
            <a:pPr>
              <a:lnSpc>
                <a:spcPct val="100000"/>
              </a:lnSpc>
            </a:pPr>
            <a:r>
              <a:rPr b="0" lang="en-US" sz="1800" spc="-1" strike="noStrike">
                <a:solidFill>
                  <a:srgbClr val="ffffff"/>
                </a:solidFill>
                <a:latin typeface="Gill Sans MT"/>
              </a:rPr>
              <a:t>recursion</a:t>
            </a:r>
            <a:endParaRPr b="0" lang="en-US" sz="1800" spc="-1" strike="noStrike">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22" presetSubtype="1">
                                  <p:stCondLst>
                                    <p:cond delay="0"/>
                                  </p:stCondLst>
                                  <p:childTnLst>
                                    <p:set>
                                      <p:cBhvr>
                                        <p:cTn id="6" dur="1" fill="hold">
                                          <p:stCondLst>
                                            <p:cond delay="0"/>
                                          </p:stCondLst>
                                        </p:cTn>
                                        <p:tgtEl>
                                          <p:spTgt spid="241"/>
                                        </p:tgtEl>
                                        <p:attrNameLst>
                                          <p:attrName>style.visibility</p:attrName>
                                        </p:attrNameLst>
                                      </p:cBhvr>
                                      <p:to>
                                        <p:strVal val="visible"/>
                                      </p:to>
                                    </p:set>
                                    <p:animEffect filter="wipe(up)" transition="in">
                                      <p:cBhvr additive="repl">
                                        <p:cTn id="7" dur="500"/>
                                        <p:tgtEl>
                                          <p:spTgt spid="241"/>
                                        </p:tgtEl>
                                      </p:cBhvr>
                                    </p:animEffect>
                                  </p:childTnLst>
                                </p:cTn>
                              </p:par>
                            </p:childTnLst>
                          </p:cTn>
                        </p:par>
                      </p:childTnLst>
                    </p:cTn>
                  </p:par>
                  <p:par>
                    <p:cTn id="8" fill="hold">
                      <p:stCondLst>
                        <p:cond delay="indefinite"/>
                      </p:stCondLst>
                      <p:childTnLst>
                        <p:par>
                          <p:cTn id="9" fill="hold">
                            <p:stCondLst>
                              <p:cond delay="0"/>
                            </p:stCondLst>
                            <p:childTnLst>
                              <p:par>
                                <p:cTn id="10" nodeType="clickEffect" fill="hold" presetClass="entr" presetID="22" presetSubtype="4">
                                  <p:stCondLst>
                                    <p:cond delay="0"/>
                                  </p:stCondLst>
                                  <p:childTnLst>
                                    <p:set>
                                      <p:cBhvr>
                                        <p:cTn id="11" dur="1" fill="hold">
                                          <p:stCondLst>
                                            <p:cond delay="0"/>
                                          </p:stCondLst>
                                        </p:cTn>
                                        <p:tgtEl>
                                          <p:spTgt spid="242"/>
                                        </p:tgtEl>
                                        <p:attrNameLst>
                                          <p:attrName>style.visibility</p:attrName>
                                        </p:attrNameLst>
                                      </p:cBhvr>
                                      <p:to>
                                        <p:strVal val="visible"/>
                                      </p:to>
                                    </p:set>
                                    <p:animEffect filter="wipe(down)" transition="in">
                                      <p:cBhvr additive="repl">
                                        <p:cTn id="12" dur="500"/>
                                        <p:tgtEl>
                                          <p:spTgt spid="242"/>
                                        </p:tgtEl>
                                      </p:cBhvr>
                                    </p:animEffect>
                                  </p:childTnLst>
                                </p:cTn>
                              </p:par>
                            </p:childTnLst>
                          </p:cTn>
                        </p:par>
                      </p:childTnLst>
                    </p:cTn>
                  </p:par>
                  <p:par>
                    <p:cTn id="13" fill="hold">
                      <p:stCondLst>
                        <p:cond delay="indefinite"/>
                      </p:stCondLst>
                      <p:childTnLst>
                        <p:par>
                          <p:cTn id="14" fill="hold">
                            <p:stCondLst>
                              <p:cond delay="0"/>
                            </p:stCondLst>
                            <p:childTnLst>
                              <p:par>
                                <p:cTn id="15" nodeType="clickEffect" fill="hold" presetClass="entr" presetID="22" presetSubtype="1">
                                  <p:stCondLst>
                                    <p:cond delay="0"/>
                                  </p:stCondLst>
                                  <p:childTnLst>
                                    <p:set>
                                      <p:cBhvr>
                                        <p:cTn id="16" dur="1" fill="hold">
                                          <p:stCondLst>
                                            <p:cond delay="0"/>
                                          </p:stCondLst>
                                        </p:cTn>
                                        <p:tgtEl>
                                          <p:spTgt spid="243"/>
                                        </p:tgtEl>
                                        <p:attrNameLst>
                                          <p:attrName>style.visibility</p:attrName>
                                        </p:attrNameLst>
                                      </p:cBhvr>
                                      <p:to>
                                        <p:strVal val="visible"/>
                                      </p:to>
                                    </p:set>
                                    <p:animEffect filter="wipe(up)" transition="in">
                                      <p:cBhvr additive="repl">
                                        <p:cTn id="17" dur="500"/>
                                        <p:tgtEl>
                                          <p:spTgt spid="243"/>
                                        </p:tgtEl>
                                      </p:cBhvr>
                                    </p:animEffect>
                                  </p:childTnLst>
                                </p:cTn>
                              </p:par>
                            </p:childTnLst>
                          </p:cTn>
                        </p:par>
                      </p:childTnLst>
                    </p:cTn>
                  </p:par>
                  <p:par>
                    <p:cTn id="18" fill="hold">
                      <p:stCondLst>
                        <p:cond delay="indefinite"/>
                      </p:stCondLst>
                      <p:childTnLst>
                        <p:par>
                          <p:cTn id="19" fill="hold">
                            <p:stCondLst>
                              <p:cond delay="0"/>
                            </p:stCondLst>
                            <p:childTnLst>
                              <p:par>
                                <p:cTn id="20" nodeType="clickEffect" fill="hold" presetClass="exit" presetID="22" presetSubtype="4">
                                  <p:stCondLst>
                                    <p:cond delay="0"/>
                                  </p:stCondLst>
                                  <p:childTnLst>
                                    <p:animEffect filter="wipe(down)" transition="out">
                                      <p:cBhvr additive="repl">
                                        <p:cTn id="21" dur="500"/>
                                        <p:tgtEl>
                                          <p:spTgt spid="243"/>
                                        </p:tgtEl>
                                      </p:cBhvr>
                                    </p:animEffect>
                                    <p:set>
                                      <p:cBhvr>
                                        <p:cTn id="22" dur="1" fill="hold">
                                          <p:stCondLst>
                                            <p:cond delay="499"/>
                                          </p:stCondLst>
                                        </p:cTn>
                                        <p:tgtEl>
                                          <p:spTgt spid="243"/>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nodeType="clickEffect" fill="hold" presetClass="entr" presetID="22" presetSubtype="1">
                                  <p:stCondLst>
                                    <p:cond delay="0"/>
                                  </p:stCondLst>
                                  <p:childTnLst>
                                    <p:set>
                                      <p:cBhvr>
                                        <p:cTn id="26" dur="1" fill="hold">
                                          <p:stCondLst>
                                            <p:cond delay="0"/>
                                          </p:stCondLst>
                                        </p:cTn>
                                        <p:tgtEl>
                                          <p:spTgt spid="244"/>
                                        </p:tgtEl>
                                        <p:attrNameLst>
                                          <p:attrName>style.visibility</p:attrName>
                                        </p:attrNameLst>
                                      </p:cBhvr>
                                      <p:to>
                                        <p:strVal val="visible"/>
                                      </p:to>
                                    </p:set>
                                    <p:animEffect filter="wipe(up)" transition="in">
                                      <p:cBhvr additive="repl">
                                        <p:cTn id="27" dur="500"/>
                                        <p:tgtEl>
                                          <p:spTgt spid="244"/>
                                        </p:tgtEl>
                                      </p:cBhvr>
                                    </p:animEffect>
                                  </p:childTnLst>
                                </p:cTn>
                              </p:par>
                            </p:childTnLst>
                          </p:cTn>
                        </p:par>
                      </p:childTnLst>
                    </p:cTn>
                  </p:par>
                  <p:par>
                    <p:cTn id="28" fill="hold">
                      <p:stCondLst>
                        <p:cond delay="indefinite"/>
                      </p:stCondLst>
                      <p:childTnLst>
                        <p:par>
                          <p:cTn id="29" fill="hold">
                            <p:stCondLst>
                              <p:cond delay="0"/>
                            </p:stCondLst>
                            <p:childTnLst>
                              <p:par>
                                <p:cTn id="30" nodeType="clickEffect" fill="hold" presetClass="exit" presetID="22" presetSubtype="4">
                                  <p:stCondLst>
                                    <p:cond delay="0"/>
                                  </p:stCondLst>
                                  <p:childTnLst>
                                    <p:animEffect filter="wipe(down)" transition="out">
                                      <p:cBhvr additive="repl">
                                        <p:cTn id="31" dur="500"/>
                                        <p:tgtEl>
                                          <p:spTgt spid="244"/>
                                        </p:tgtEl>
                                      </p:cBhvr>
                                    </p:animEffect>
                                    <p:set>
                                      <p:cBhvr>
                                        <p:cTn id="32" dur="1" fill="hold">
                                          <p:stCondLst>
                                            <p:cond delay="499"/>
                                          </p:stCondLst>
                                        </p:cTn>
                                        <p:tgtEl>
                                          <p:spTgt spid="244"/>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nodeType="clickEffect" fill="hold" presetClass="exit" presetID="22" presetSubtype="1">
                                  <p:stCondLst>
                                    <p:cond delay="0"/>
                                  </p:stCondLst>
                                  <p:childTnLst>
                                    <p:animEffect filter="wipe(up)" transition="out">
                                      <p:cBhvr additive="repl">
                                        <p:cTn id="36" dur="500"/>
                                        <p:tgtEl>
                                          <p:spTgt spid="242"/>
                                        </p:tgtEl>
                                      </p:cBhvr>
                                    </p:animEffect>
                                    <p:set>
                                      <p:cBhvr>
                                        <p:cTn id="37" dur="1" fill="hold">
                                          <p:stCondLst>
                                            <p:cond delay="499"/>
                                          </p:stCondLst>
                                        </p:cTn>
                                        <p:tgtEl>
                                          <p:spTgt spid="242"/>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nodeType="clickEffect" fill="hold" presetClass="entr" presetID="22" presetSubtype="4">
                                  <p:stCondLst>
                                    <p:cond delay="0"/>
                                  </p:stCondLst>
                                  <p:childTnLst>
                                    <p:set>
                                      <p:cBhvr>
                                        <p:cTn id="41" dur="1" fill="hold">
                                          <p:stCondLst>
                                            <p:cond delay="0"/>
                                          </p:stCondLst>
                                        </p:cTn>
                                        <p:tgtEl>
                                          <p:spTgt spid="245"/>
                                        </p:tgtEl>
                                        <p:attrNameLst>
                                          <p:attrName>style.visibility</p:attrName>
                                        </p:attrNameLst>
                                      </p:cBhvr>
                                      <p:to>
                                        <p:strVal val="visible"/>
                                      </p:to>
                                    </p:set>
                                    <p:animEffect filter="wipe(down)" transition="in">
                                      <p:cBhvr additive="repl">
                                        <p:cTn id="42" dur="500"/>
                                        <p:tgtEl>
                                          <p:spTgt spid="245"/>
                                        </p:tgtEl>
                                      </p:cBhvr>
                                    </p:animEffect>
                                  </p:childTnLst>
                                </p:cTn>
                              </p:par>
                            </p:childTnLst>
                          </p:cTn>
                        </p:par>
                      </p:childTnLst>
                    </p:cTn>
                  </p:par>
                  <p:par>
                    <p:cTn id="43" fill="hold">
                      <p:stCondLst>
                        <p:cond delay="indefinite"/>
                      </p:stCondLst>
                      <p:childTnLst>
                        <p:par>
                          <p:cTn id="44" fill="hold">
                            <p:stCondLst>
                              <p:cond delay="0"/>
                            </p:stCondLst>
                            <p:childTnLst>
                              <p:par>
                                <p:cTn id="45" nodeType="clickEffect" fill="hold" presetClass="exit" presetID="22" presetSubtype="1">
                                  <p:stCondLst>
                                    <p:cond delay="0"/>
                                  </p:stCondLst>
                                  <p:childTnLst>
                                    <p:animEffect filter="wipe(up)" transition="out">
                                      <p:cBhvr additive="repl">
                                        <p:cTn id="46" dur="500"/>
                                        <p:tgtEl>
                                          <p:spTgt spid="245"/>
                                        </p:tgtEl>
                                      </p:cBhvr>
                                    </p:animEffect>
                                    <p:set>
                                      <p:cBhvr>
                                        <p:cTn id="47" dur="1" fill="hold">
                                          <p:stCondLst>
                                            <p:cond delay="499"/>
                                          </p:stCondLst>
                                        </p:cTn>
                                        <p:tgtEl>
                                          <p:spTgt spid="245"/>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nodeType="clickEffect" fill="hold" presetClass="exit" presetID="22" presetSubtype="4">
                                  <p:stCondLst>
                                    <p:cond delay="0"/>
                                  </p:stCondLst>
                                  <p:childTnLst>
                                    <p:animEffect filter="wipe(down)" transition="out">
                                      <p:cBhvr additive="repl">
                                        <p:cTn id="51" dur="500"/>
                                        <p:tgtEl>
                                          <p:spTgt spid="241"/>
                                        </p:tgtEl>
                                      </p:cBhvr>
                                    </p:animEffect>
                                    <p:set>
                                      <p:cBhvr>
                                        <p:cTn id="52" dur="1" fill="hold">
                                          <p:stCondLst>
                                            <p:cond delay="499"/>
                                          </p:stCondLst>
                                        </p:cTn>
                                        <p:tgtEl>
                                          <p:spTgt spid="241"/>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nodeType="clickEffect" fill="hold" presetClass="entr" presetID="22" presetSubtype="1">
                                  <p:stCondLst>
                                    <p:cond delay="0"/>
                                  </p:stCondLst>
                                  <p:childTnLst>
                                    <p:set>
                                      <p:cBhvr>
                                        <p:cTn id="56" dur="1" fill="hold">
                                          <p:stCondLst>
                                            <p:cond delay="0"/>
                                          </p:stCondLst>
                                        </p:cTn>
                                        <p:tgtEl>
                                          <p:spTgt spid="246"/>
                                        </p:tgtEl>
                                        <p:attrNameLst>
                                          <p:attrName>style.visibility</p:attrName>
                                        </p:attrNameLst>
                                      </p:cBhvr>
                                      <p:to>
                                        <p:strVal val="visible"/>
                                      </p:to>
                                    </p:set>
                                    <p:animEffect filter="wipe(up)" transition="in">
                                      <p:cBhvr additive="repl">
                                        <p:cTn id="57" dur="500"/>
                                        <p:tgtEl>
                                          <p:spTgt spid="246"/>
                                        </p:tgtEl>
                                      </p:cBhvr>
                                    </p:animEffect>
                                  </p:childTnLst>
                                </p:cTn>
                              </p:par>
                            </p:childTnLst>
                          </p:cTn>
                        </p:par>
                      </p:childTnLst>
                    </p:cTn>
                  </p:par>
                  <p:par>
                    <p:cTn id="58" fill="hold">
                      <p:stCondLst>
                        <p:cond delay="indefinite"/>
                      </p:stCondLst>
                      <p:childTnLst>
                        <p:par>
                          <p:cTn id="59" fill="hold">
                            <p:stCondLst>
                              <p:cond delay="0"/>
                            </p:stCondLst>
                            <p:childTnLst>
                              <p:par>
                                <p:cTn id="60" nodeType="clickEffect" fill="hold" presetClass="entr" presetID="22" presetSubtype="4">
                                  <p:stCondLst>
                                    <p:cond delay="0"/>
                                  </p:stCondLst>
                                  <p:childTnLst>
                                    <p:set>
                                      <p:cBhvr>
                                        <p:cTn id="61" dur="1" fill="hold">
                                          <p:stCondLst>
                                            <p:cond delay="0"/>
                                          </p:stCondLst>
                                        </p:cTn>
                                        <p:tgtEl>
                                          <p:spTgt spid="247"/>
                                        </p:tgtEl>
                                        <p:attrNameLst>
                                          <p:attrName>style.visibility</p:attrName>
                                        </p:attrNameLst>
                                      </p:cBhvr>
                                      <p:to>
                                        <p:strVal val="visible"/>
                                      </p:to>
                                    </p:set>
                                    <p:animEffect filter="wipe(down)" transition="in">
                                      <p:cBhvr additive="repl">
                                        <p:cTn id="62" dur="500"/>
                                        <p:tgtEl>
                                          <p:spTgt spid="247"/>
                                        </p:tgtEl>
                                      </p:cBhvr>
                                    </p:animEffect>
                                  </p:childTnLst>
                                </p:cTn>
                              </p:par>
                            </p:childTnLst>
                          </p:cTn>
                        </p:par>
                      </p:childTnLst>
                    </p:cTn>
                  </p:par>
                  <p:par>
                    <p:cTn id="63" fill="hold">
                      <p:stCondLst>
                        <p:cond delay="indefinite"/>
                      </p:stCondLst>
                      <p:childTnLst>
                        <p:par>
                          <p:cTn id="64" fill="hold">
                            <p:stCondLst>
                              <p:cond delay="0"/>
                            </p:stCondLst>
                            <p:childTnLst>
                              <p:par>
                                <p:cTn id="65" nodeType="clickEffect" fill="hold" presetClass="entr" presetID="22" presetSubtype="1">
                                  <p:stCondLst>
                                    <p:cond delay="0"/>
                                  </p:stCondLst>
                                  <p:childTnLst>
                                    <p:set>
                                      <p:cBhvr>
                                        <p:cTn id="66" dur="1" fill="hold">
                                          <p:stCondLst>
                                            <p:cond delay="0"/>
                                          </p:stCondLst>
                                        </p:cTn>
                                        <p:tgtEl>
                                          <p:spTgt spid="248"/>
                                        </p:tgtEl>
                                        <p:attrNameLst>
                                          <p:attrName>style.visibility</p:attrName>
                                        </p:attrNameLst>
                                      </p:cBhvr>
                                      <p:to>
                                        <p:strVal val="visible"/>
                                      </p:to>
                                    </p:set>
                                    <p:animEffect filter="wipe(up)" transition="in">
                                      <p:cBhvr additive="repl">
                                        <p:cTn id="67" dur="500"/>
                                        <p:tgtEl>
                                          <p:spTgt spid="248"/>
                                        </p:tgtEl>
                                      </p:cBhvr>
                                    </p:animEffect>
                                  </p:childTnLst>
                                </p:cTn>
                              </p:par>
                            </p:childTnLst>
                          </p:cTn>
                        </p:par>
                      </p:childTnLst>
                    </p:cTn>
                  </p:par>
                  <p:par>
                    <p:cTn id="68" fill="hold">
                      <p:stCondLst>
                        <p:cond delay="indefinite"/>
                      </p:stCondLst>
                      <p:childTnLst>
                        <p:par>
                          <p:cTn id="69" fill="hold">
                            <p:stCondLst>
                              <p:cond delay="0"/>
                            </p:stCondLst>
                            <p:childTnLst>
                              <p:par>
                                <p:cTn id="70" nodeType="clickEffect" fill="hold" presetClass="entr" presetID="22" presetSubtype="4">
                                  <p:stCondLst>
                                    <p:cond delay="0"/>
                                  </p:stCondLst>
                                  <p:childTnLst>
                                    <p:set>
                                      <p:cBhvr>
                                        <p:cTn id="71" dur="1" fill="hold">
                                          <p:stCondLst>
                                            <p:cond delay="0"/>
                                          </p:stCondLst>
                                        </p:cTn>
                                        <p:tgtEl>
                                          <p:spTgt spid="249"/>
                                        </p:tgtEl>
                                        <p:attrNameLst>
                                          <p:attrName>style.visibility</p:attrName>
                                        </p:attrNameLst>
                                      </p:cBhvr>
                                      <p:to>
                                        <p:strVal val="visible"/>
                                      </p:to>
                                    </p:set>
                                    <p:animEffect filter="wipe(down)" transition="in">
                                      <p:cBhvr additive="repl">
                                        <p:cTn id="72" dur="500"/>
                                        <p:tgtEl>
                                          <p:spTgt spid="249"/>
                                        </p:tgtEl>
                                      </p:cBhvr>
                                    </p:animEffect>
                                  </p:childTnLst>
                                </p:cTn>
                              </p:par>
                            </p:childTnLst>
                          </p:cTn>
                        </p:par>
                      </p:childTnLst>
                    </p:cTn>
                  </p:par>
                  <p:par>
                    <p:cTn id="73" fill="hold">
                      <p:stCondLst>
                        <p:cond delay="indefinite"/>
                      </p:stCondLst>
                      <p:childTnLst>
                        <p:par>
                          <p:cTn id="74" fill="hold">
                            <p:stCondLst>
                              <p:cond delay="0"/>
                            </p:stCondLst>
                            <p:childTnLst>
                              <p:par>
                                <p:cTn id="75" nodeType="clickEffect" fill="hold" presetClass="entr" presetID="22" presetSubtype="1">
                                  <p:stCondLst>
                                    <p:cond delay="0"/>
                                  </p:stCondLst>
                                  <p:childTnLst>
                                    <p:set>
                                      <p:cBhvr>
                                        <p:cTn id="76" dur="1" fill="hold">
                                          <p:stCondLst>
                                            <p:cond delay="0"/>
                                          </p:stCondLst>
                                        </p:cTn>
                                        <p:tgtEl>
                                          <p:spTgt spid="250"/>
                                        </p:tgtEl>
                                        <p:attrNameLst>
                                          <p:attrName>style.visibility</p:attrName>
                                        </p:attrNameLst>
                                      </p:cBhvr>
                                      <p:to>
                                        <p:strVal val="visible"/>
                                      </p:to>
                                    </p:set>
                                    <p:animEffect filter="wipe(up)" transition="in">
                                      <p:cBhvr additive="repl">
                                        <p:cTn id="77" dur="500"/>
                                        <p:tgtEl>
                                          <p:spTgt spid="2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TextShape 1"/>
          <p:cNvSpPr txBox="1"/>
          <p:nvPr/>
        </p:nvSpPr>
        <p:spPr>
          <a:xfrm>
            <a:off x="274680" y="-457200"/>
            <a:ext cx="3565800" cy="1485720"/>
          </a:xfrm>
          <a:prstGeom prst="rect">
            <a:avLst/>
          </a:prstGeom>
          <a:noFill/>
          <a:ln>
            <a:noFill/>
          </a:ln>
        </p:spPr>
        <p:txBody>
          <a:bodyPr lIns="0" rIns="0" tIns="0" bIns="0" anchor="b">
            <a:noAutofit/>
          </a:bodyPr>
          <a:p>
            <a:pPr>
              <a:lnSpc>
                <a:spcPct val="90000"/>
              </a:lnSpc>
            </a:pPr>
            <a:r>
              <a:rPr b="0" lang="en-US" sz="4000" spc="-1" strike="noStrike">
                <a:solidFill>
                  <a:srgbClr val="ffffff"/>
                </a:solidFill>
                <a:latin typeface="Walbaum Display"/>
              </a:rPr>
              <a:t>Critophides:</a:t>
            </a:r>
            <a:endParaRPr b="0" lang="en-US" sz="4000" spc="-1" strike="noStrike">
              <a:solidFill>
                <a:srgbClr val="ffffff"/>
              </a:solidFill>
              <a:latin typeface="Gill Sans MT"/>
            </a:endParaRPr>
          </a:p>
        </p:txBody>
      </p:sp>
      <p:sp>
        <p:nvSpPr>
          <p:cNvPr id="253" name="TextShape 2"/>
          <p:cNvSpPr txBox="1"/>
          <p:nvPr/>
        </p:nvSpPr>
        <p:spPr>
          <a:xfrm>
            <a:off x="91440" y="1401120"/>
            <a:ext cx="3565080" cy="4176720"/>
          </a:xfrm>
          <a:prstGeom prst="rect">
            <a:avLst/>
          </a:prstGeom>
          <a:noFill/>
          <a:ln>
            <a:noFill/>
          </a:ln>
        </p:spPr>
        <p:txBody>
          <a:bodyPr lIns="0" rIns="0" tIns="0" bIns="0">
            <a:noAutofit/>
          </a:bodyPr>
          <a:p>
            <a:pPr marL="228600" indent="-228240">
              <a:lnSpc>
                <a:spcPct val="110000"/>
              </a:lnSpc>
              <a:spcBef>
                <a:spcPts val="1001"/>
              </a:spcBef>
              <a:spcAft>
                <a:spcPts val="799"/>
              </a:spcAft>
              <a:tabLst>
                <a:tab algn="l" pos="0"/>
              </a:tabLst>
            </a:pPr>
            <a:r>
              <a:rPr b="0" lang="en-US" sz="2400" spc="-1" strike="noStrike">
                <a:solidFill>
                  <a:srgbClr val="d1d5db"/>
                </a:solidFill>
                <a:latin typeface="Söhne"/>
              </a:rPr>
              <a:t>	</a:t>
            </a:r>
            <a:r>
              <a:rPr b="0" lang="en-US" sz="2400" spc="-1" strike="noStrike">
                <a:solidFill>
                  <a:srgbClr val="d1d5db"/>
                </a:solidFill>
                <a:latin typeface="Söhne"/>
              </a:rPr>
              <a:t>Critophides is an  approach used to approximate the solution of the Traveling Salesman Problem (TSP) (3/2).</a:t>
            </a:r>
            <a:endParaRPr b="0" lang="en-US" sz="2400" spc="-1" strike="noStrike">
              <a:solidFill>
                <a:srgbClr val="ffffff"/>
              </a:solidFill>
              <a:latin typeface="Gill Sans MT"/>
            </a:endParaRPr>
          </a:p>
          <a:p>
            <a:pPr marL="228600" indent="-228240">
              <a:lnSpc>
                <a:spcPct val="110000"/>
              </a:lnSpc>
              <a:spcBef>
                <a:spcPts val="1001"/>
              </a:spcBef>
              <a:spcAft>
                <a:spcPts val="799"/>
              </a:spcAft>
              <a:tabLst>
                <a:tab algn="l" pos="0"/>
              </a:tabLst>
            </a:pPr>
            <a:r>
              <a:rPr b="0" lang="en-US" sz="2400" spc="-1" strike="noStrike">
                <a:solidFill>
                  <a:srgbClr val="d1d5db"/>
                </a:solidFill>
                <a:latin typeface="Söhne"/>
              </a:rPr>
              <a:t>The process is such:</a:t>
            </a:r>
            <a:endParaRPr b="0" lang="en-US" sz="2400" spc="-1" strike="noStrike">
              <a:solidFill>
                <a:srgbClr val="ffffff"/>
              </a:solidFill>
              <a:latin typeface="Gill Sans MT"/>
            </a:endParaRPr>
          </a:p>
        </p:txBody>
      </p:sp>
      <p:sp>
        <p:nvSpPr>
          <p:cNvPr id="254" name="TextShape 3"/>
          <p:cNvSpPr txBox="1"/>
          <p:nvPr/>
        </p:nvSpPr>
        <p:spPr>
          <a:xfrm>
            <a:off x="550800" y="6507360"/>
            <a:ext cx="2628720" cy="153360"/>
          </a:xfrm>
          <a:prstGeom prst="rect">
            <a:avLst/>
          </a:prstGeom>
          <a:noFill/>
          <a:ln>
            <a:noFill/>
          </a:ln>
        </p:spPr>
        <p:txBody>
          <a:bodyPr lIns="0" rIns="0" tIns="0" bIns="0" anchor="ctr">
            <a:noAutofit/>
          </a:bodyPr>
          <a:p>
            <a:pPr>
              <a:lnSpc>
                <a:spcPct val="100000"/>
              </a:lnSpc>
            </a:pPr>
            <a:r>
              <a:rPr b="0" lang="en-US" sz="1000" spc="-1" strike="noStrike">
                <a:solidFill>
                  <a:srgbClr val="a6a6a6"/>
                </a:solidFill>
                <a:latin typeface="Gill Sans MT"/>
              </a:rPr>
              <a:t>Friday, June 2, 2023</a:t>
            </a:r>
            <a:endParaRPr b="0" lang="en-US" sz="1000" spc="-1" strike="noStrike">
              <a:latin typeface="Times New Roman"/>
            </a:endParaRPr>
          </a:p>
        </p:txBody>
      </p:sp>
      <p:sp>
        <p:nvSpPr>
          <p:cNvPr id="255" name="TextShape 4"/>
          <p:cNvSpPr txBox="1"/>
          <p:nvPr/>
        </p:nvSpPr>
        <p:spPr>
          <a:xfrm>
            <a:off x="3359160" y="6507360"/>
            <a:ext cx="6378840" cy="153360"/>
          </a:xfrm>
          <a:prstGeom prst="rect">
            <a:avLst/>
          </a:prstGeom>
          <a:noFill/>
          <a:ln>
            <a:noFill/>
          </a:ln>
        </p:spPr>
        <p:txBody>
          <a:bodyPr lIns="0" rIns="0" tIns="0" bIns="0" anchor="ctr">
            <a:noAutofit/>
          </a:bodyPr>
          <a:p>
            <a:pPr>
              <a:lnSpc>
                <a:spcPct val="100000"/>
              </a:lnSpc>
            </a:pPr>
            <a:r>
              <a:rPr b="0" lang="en-US" sz="1000" spc="-1" strike="noStrike">
                <a:solidFill>
                  <a:srgbClr val="a6a6a6"/>
                </a:solidFill>
                <a:latin typeface="Gill Sans MT"/>
              </a:rPr>
              <a:t>DA Assign2-Routing Algorithm for Ocean Shipping and Urban Deliveries</a:t>
            </a:r>
            <a:endParaRPr b="0" lang="en-US" sz="1000" spc="-1" strike="noStrike">
              <a:latin typeface="Times New Roman"/>
            </a:endParaRPr>
          </a:p>
        </p:txBody>
      </p:sp>
      <p:sp>
        <p:nvSpPr>
          <p:cNvPr id="256" name="TextShape 5"/>
          <p:cNvSpPr txBox="1"/>
          <p:nvPr/>
        </p:nvSpPr>
        <p:spPr>
          <a:xfrm>
            <a:off x="9948960" y="6507360"/>
            <a:ext cx="1692000" cy="153360"/>
          </a:xfrm>
          <a:prstGeom prst="rect">
            <a:avLst/>
          </a:prstGeom>
          <a:noFill/>
          <a:ln>
            <a:noFill/>
          </a:ln>
        </p:spPr>
        <p:txBody>
          <a:bodyPr lIns="0" rIns="0" tIns="0" bIns="0" anchor="ctr">
            <a:noAutofit/>
          </a:bodyPr>
          <a:p>
            <a:pPr algn="r">
              <a:lnSpc>
                <a:spcPct val="100000"/>
              </a:lnSpc>
            </a:pPr>
            <a:fld id="{9DD4BDC9-5162-4C52-9790-D6062FE5AD74}" type="slidenum">
              <a:rPr b="0" lang="en-US" sz="1000" spc="-1" strike="noStrike">
                <a:solidFill>
                  <a:srgbClr val="a6a6a6"/>
                </a:solidFill>
                <a:latin typeface="Gill Sans MT"/>
              </a:rPr>
              <a:t>3</a:t>
            </a:fld>
            <a:endParaRPr b="0" lang="en-US" sz="1000" spc="-1" strike="noStrike">
              <a:latin typeface="Times New Roman"/>
            </a:endParaRPr>
          </a:p>
        </p:txBody>
      </p:sp>
      <p:pic>
        <p:nvPicPr>
          <p:cNvPr id="257" name="Picture 6" descr=""/>
          <p:cNvPicPr/>
          <p:nvPr/>
        </p:nvPicPr>
        <p:blipFill>
          <a:blip r:embed="rId1"/>
          <a:stretch/>
        </p:blipFill>
        <p:spPr>
          <a:xfrm>
            <a:off x="5842080" y="2238480"/>
            <a:ext cx="3895920" cy="2684520"/>
          </a:xfrm>
          <a:prstGeom prst="rect">
            <a:avLst/>
          </a:prstGeom>
          <a:ln>
            <a:noFill/>
          </a:ln>
        </p:spPr>
      </p:pic>
      <p:pic>
        <p:nvPicPr>
          <p:cNvPr id="258" name="Picture 8" descr=""/>
          <p:cNvPicPr/>
          <p:nvPr/>
        </p:nvPicPr>
        <p:blipFill>
          <a:blip r:embed="rId2"/>
          <a:stretch/>
        </p:blipFill>
        <p:spPr>
          <a:xfrm>
            <a:off x="5842080" y="1436400"/>
            <a:ext cx="3895920" cy="3984840"/>
          </a:xfrm>
          <a:prstGeom prst="rect">
            <a:avLst/>
          </a:prstGeom>
          <a:ln>
            <a:noFill/>
          </a:ln>
        </p:spPr>
      </p:pic>
      <p:sp>
        <p:nvSpPr>
          <p:cNvPr id="259" name="CustomShape 6"/>
          <p:cNvSpPr/>
          <p:nvPr/>
        </p:nvSpPr>
        <p:spPr>
          <a:xfrm>
            <a:off x="5645880" y="58680"/>
            <a:ext cx="4005000" cy="36468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1800" spc="-1" strike="noStrike">
                <a:solidFill>
                  <a:srgbClr val="ffffff"/>
                </a:solidFill>
                <a:latin typeface="Gill Sans MT"/>
              </a:rPr>
              <a:t>Create a minimum Spanning Tree</a:t>
            </a:r>
            <a:endParaRPr b="0" lang="en-US" sz="1800" spc="-1" strike="noStrike">
              <a:latin typeface="Arial"/>
            </a:endParaRPr>
          </a:p>
        </p:txBody>
      </p:sp>
      <p:pic>
        <p:nvPicPr>
          <p:cNvPr id="260" name="Picture 10" descr=""/>
          <p:cNvPicPr/>
          <p:nvPr/>
        </p:nvPicPr>
        <p:blipFill>
          <a:blip r:embed="rId3"/>
          <a:stretch/>
        </p:blipFill>
        <p:spPr>
          <a:xfrm>
            <a:off x="4714560" y="1436400"/>
            <a:ext cx="7095240" cy="3984840"/>
          </a:xfrm>
          <a:prstGeom prst="rect">
            <a:avLst/>
          </a:prstGeom>
          <a:ln>
            <a:noFill/>
          </a:ln>
        </p:spPr>
      </p:pic>
      <p:sp>
        <p:nvSpPr>
          <p:cNvPr id="261" name="CustomShape 7"/>
          <p:cNvSpPr/>
          <p:nvPr/>
        </p:nvSpPr>
        <p:spPr>
          <a:xfrm>
            <a:off x="6021360" y="307800"/>
            <a:ext cx="6097320" cy="36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ffffff"/>
                </a:solidFill>
                <a:latin typeface="Gill Sans MT"/>
              </a:rPr>
              <a:t>Make a Set of Vertices that have an odd degree </a:t>
            </a:r>
            <a:endParaRPr b="0" lang="en-US" sz="1800" spc="-1" strike="noStrike">
              <a:latin typeface="Arial"/>
            </a:endParaRPr>
          </a:p>
        </p:txBody>
      </p:sp>
      <p:sp>
        <p:nvSpPr>
          <p:cNvPr id="262" name="CustomShape 8"/>
          <p:cNvSpPr/>
          <p:nvPr/>
        </p:nvSpPr>
        <p:spPr>
          <a:xfrm>
            <a:off x="6021360" y="556920"/>
            <a:ext cx="6097320" cy="36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ffffff"/>
                </a:solidFill>
                <a:latin typeface="Gill Sans MT"/>
              </a:rPr>
              <a:t>Find a Minimum-Cost, Perfect Matching</a:t>
            </a:r>
            <a:endParaRPr b="0" lang="en-US" sz="1800" spc="-1" strike="noStrike">
              <a:latin typeface="Arial"/>
            </a:endParaRPr>
          </a:p>
        </p:txBody>
      </p:sp>
      <p:pic>
        <p:nvPicPr>
          <p:cNvPr id="263" name="Picture 16" descr=""/>
          <p:cNvPicPr/>
          <p:nvPr/>
        </p:nvPicPr>
        <p:blipFill>
          <a:blip r:embed="rId4"/>
          <a:stretch/>
        </p:blipFill>
        <p:spPr>
          <a:xfrm>
            <a:off x="4326120" y="1668240"/>
            <a:ext cx="7792560" cy="3231360"/>
          </a:xfrm>
          <a:prstGeom prst="rect">
            <a:avLst/>
          </a:prstGeom>
          <a:ln>
            <a:noFill/>
          </a:ln>
        </p:spPr>
      </p:pic>
      <p:pic>
        <p:nvPicPr>
          <p:cNvPr id="264" name="Picture 18" descr=""/>
          <p:cNvPicPr/>
          <p:nvPr/>
        </p:nvPicPr>
        <p:blipFill>
          <a:blip r:embed="rId5"/>
          <a:stretch/>
        </p:blipFill>
        <p:spPr>
          <a:xfrm>
            <a:off x="4239720" y="1630800"/>
            <a:ext cx="7670520" cy="3268800"/>
          </a:xfrm>
          <a:prstGeom prst="rect">
            <a:avLst/>
          </a:prstGeom>
          <a:ln>
            <a:noFill/>
          </a:ln>
        </p:spPr>
      </p:pic>
      <p:sp>
        <p:nvSpPr>
          <p:cNvPr id="265" name="CustomShape 9"/>
          <p:cNvSpPr/>
          <p:nvPr/>
        </p:nvSpPr>
        <p:spPr>
          <a:xfrm>
            <a:off x="6015600" y="817920"/>
            <a:ext cx="6097320" cy="36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ffffff"/>
                </a:solidFill>
                <a:latin typeface="Gill Sans MT"/>
              </a:rPr>
              <a:t>Combine Perfect Match to minimum Spanning Tree</a:t>
            </a:r>
            <a:endParaRPr b="0" lang="en-US" sz="1800" spc="-1" strike="noStrike">
              <a:latin typeface="Arial"/>
            </a:endParaRPr>
          </a:p>
        </p:txBody>
      </p:sp>
      <p:sp>
        <p:nvSpPr>
          <p:cNvPr id="266" name="CustomShape 10"/>
          <p:cNvSpPr/>
          <p:nvPr/>
        </p:nvSpPr>
        <p:spPr>
          <a:xfrm>
            <a:off x="6021360" y="1053000"/>
            <a:ext cx="6097320" cy="36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ffffff"/>
                </a:solidFill>
                <a:latin typeface="Gill Sans MT"/>
              </a:rPr>
              <a:t>Shortcut by removing all repeated Vertices</a:t>
            </a:r>
            <a:endParaRPr b="0" lang="en-US" sz="1800" spc="-1" strike="noStrike">
              <a:latin typeface="Arial"/>
            </a:endParaRPr>
          </a:p>
        </p:txBody>
      </p:sp>
      <p:pic>
        <p:nvPicPr>
          <p:cNvPr id="267" name="Picture 22" descr=""/>
          <p:cNvPicPr/>
          <p:nvPr/>
        </p:nvPicPr>
        <p:blipFill>
          <a:blip r:embed="rId6"/>
          <a:stretch/>
        </p:blipFill>
        <p:spPr>
          <a:xfrm>
            <a:off x="6814440" y="1631880"/>
            <a:ext cx="3133800" cy="3831120"/>
          </a:xfrm>
          <a:prstGeom prst="rect">
            <a:avLst/>
          </a:prstGeom>
          <a:ln>
            <a:noFill/>
          </a:ln>
        </p:spPr>
      </p:pic>
      <p:sp>
        <p:nvSpPr>
          <p:cNvPr id="268" name="CustomShape 11"/>
          <p:cNvSpPr/>
          <p:nvPr/>
        </p:nvSpPr>
        <p:spPr>
          <a:xfrm>
            <a:off x="6021360" y="67320"/>
            <a:ext cx="6094080" cy="173556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ffffff"/>
                </a:solidFill>
                <a:latin typeface="Gill Sans MT"/>
              </a:rPr>
              <a:t>Time Complexity: O(n^2)</a:t>
            </a:r>
            <a:endParaRPr b="0" lang="en-US" sz="1800" spc="-1" strike="noStrike">
              <a:latin typeface="Arial"/>
            </a:endParaRPr>
          </a:p>
          <a:p>
            <a:pPr>
              <a:lnSpc>
                <a:spcPct val="100000"/>
              </a:lnSpc>
            </a:pPr>
            <a:r>
              <a:rPr b="0" lang="en-US" sz="1800" spc="-1" strike="noStrike">
                <a:solidFill>
                  <a:srgbClr val="ffffff"/>
                </a:solidFill>
                <a:latin typeface="Gill Sans MT"/>
              </a:rPr>
              <a:t> </a:t>
            </a:r>
            <a:r>
              <a:rPr b="0" lang="en-US" sz="1800" spc="-1" strike="noStrike">
                <a:solidFill>
                  <a:srgbClr val="ffffff"/>
                </a:solidFill>
                <a:latin typeface="Gill Sans MT"/>
              </a:rPr>
              <a:t>n is the number of nodes</a:t>
            </a:r>
            <a:endParaRPr b="0" lang="en-US" sz="1800" spc="-1" strike="noStrike">
              <a:latin typeface="Arial"/>
            </a:endParaRPr>
          </a:p>
          <a:p>
            <a:pPr>
              <a:lnSpc>
                <a:spcPct val="100000"/>
              </a:lnSpc>
            </a:pPr>
            <a:endParaRPr b="0" lang="en-US" sz="1800" spc="-1" strike="noStrike">
              <a:latin typeface="Arial"/>
            </a:endParaRPr>
          </a:p>
          <a:p>
            <a:pPr>
              <a:lnSpc>
                <a:spcPct val="100000"/>
              </a:lnSpc>
            </a:pPr>
            <a:r>
              <a:rPr b="0" lang="en-US" sz="1800" spc="-1" strike="noStrike">
                <a:solidFill>
                  <a:srgbClr val="ffffff"/>
                </a:solidFill>
                <a:latin typeface="Gill Sans MT"/>
              </a:rPr>
              <a:t>Space Complexity: O(n^2)</a:t>
            </a:r>
            <a:endParaRPr b="0" lang="en-US" sz="1800" spc="-1" strike="noStrike">
              <a:latin typeface="Arial"/>
            </a:endParaRPr>
          </a:p>
          <a:p>
            <a:pPr>
              <a:lnSpc>
                <a:spcPct val="100000"/>
              </a:lnSpc>
            </a:pPr>
            <a:r>
              <a:rPr b="0" lang="en-US" sz="1800" spc="-1" strike="noStrike">
                <a:solidFill>
                  <a:srgbClr val="ffffff"/>
                </a:solidFill>
                <a:latin typeface="Gill Sans MT"/>
              </a:rPr>
              <a:t>Requires storing the current path and the visited status</a:t>
            </a:r>
            <a:endParaRPr b="0" lang="en-US" sz="1800" spc="-1" strike="noStrike">
              <a:latin typeface="Arial"/>
            </a:endParaRPr>
          </a:p>
        </p:txBody>
      </p:sp>
    </p:spTree>
  </p:cSld>
  <mc:AlternateContent>
    <mc:Choice Requires="p14">
      <p:transition spd="slow" p14:dur="2000"/>
    </mc:Choice>
    <mc:Fallback>
      <p:transition spd="slow"/>
    </mc:Fallback>
  </mc:AlternateContent>
  <p:timing>
    <p:tnLst>
      <p:par>
        <p:cTn id="78" dur="indefinite" restart="never" nodeType="tmRoot">
          <p:childTnLst>
            <p:seq>
              <p:cTn id="79" dur="indefinite" nodeType="mainSeq">
                <p:childTnLst>
                  <p:par>
                    <p:cTn id="80" fill="hold">
                      <p:stCondLst>
                        <p:cond delay="indefinite"/>
                      </p:stCondLst>
                      <p:childTnLst>
                        <p:par>
                          <p:cTn id="81" fill="hold">
                            <p:stCondLst>
                              <p:cond delay="0"/>
                            </p:stCondLst>
                            <p:childTnLst>
                              <p:par>
                                <p:cTn id="82" nodeType="clickEffect" fill="hold" presetClass="entr" presetID="22" presetSubtype="4">
                                  <p:stCondLst>
                                    <p:cond delay="0"/>
                                  </p:stCondLst>
                                  <p:childTnLst>
                                    <p:set>
                                      <p:cBhvr>
                                        <p:cTn id="83" dur="1" fill="hold">
                                          <p:stCondLst>
                                            <p:cond delay="0"/>
                                          </p:stCondLst>
                                        </p:cTn>
                                        <p:tgtEl>
                                          <p:spTgt spid="257"/>
                                        </p:tgtEl>
                                        <p:attrNameLst>
                                          <p:attrName>style.visibility</p:attrName>
                                        </p:attrNameLst>
                                      </p:cBhvr>
                                      <p:to>
                                        <p:strVal val="visible"/>
                                      </p:to>
                                    </p:set>
                                    <p:animEffect filter="wipe(down)" transition="in">
                                      <p:cBhvr additive="repl">
                                        <p:cTn id="84" dur="500"/>
                                        <p:tgtEl>
                                          <p:spTgt spid="257"/>
                                        </p:tgtEl>
                                      </p:cBhvr>
                                    </p:animEffect>
                                  </p:childTnLst>
                                </p:cTn>
                              </p:par>
                            </p:childTnLst>
                          </p:cTn>
                        </p:par>
                      </p:childTnLst>
                    </p:cTn>
                  </p:par>
                  <p:par>
                    <p:cTn id="85" fill="hold">
                      <p:stCondLst>
                        <p:cond delay="indefinite"/>
                      </p:stCondLst>
                      <p:childTnLst>
                        <p:par>
                          <p:cTn id="86" fill="hold">
                            <p:stCondLst>
                              <p:cond delay="0"/>
                            </p:stCondLst>
                            <p:childTnLst>
                              <p:par>
                                <p:cTn id="87" nodeType="clickEffect" fill="hold" presetClass="exit" presetID="22" presetSubtype="4">
                                  <p:stCondLst>
                                    <p:cond delay="0"/>
                                  </p:stCondLst>
                                  <p:childTnLst>
                                    <p:animEffect filter="wipe(down)" transition="out">
                                      <p:cBhvr additive="repl">
                                        <p:cTn id="88" dur="500"/>
                                        <p:tgtEl>
                                          <p:spTgt spid="257"/>
                                        </p:tgtEl>
                                      </p:cBhvr>
                                    </p:animEffect>
                                    <p:set>
                                      <p:cBhvr>
                                        <p:cTn id="89" dur="1" fill="hold">
                                          <p:stCondLst>
                                            <p:cond delay="499"/>
                                          </p:stCondLst>
                                        </p:cTn>
                                        <p:tgtEl>
                                          <p:spTgt spid="257"/>
                                        </p:tgtEl>
                                        <p:attrNameLst>
                                          <p:attrName>style.visibility</p:attrName>
                                        </p:attrNameLst>
                                      </p:cBhvr>
                                      <p:to>
                                        <p:strVal val="hidden"/>
                                      </p:to>
                                    </p:set>
                                  </p:childTnLst>
                                </p:cTn>
                              </p:par>
                            </p:childTnLst>
                          </p:cTn>
                        </p:par>
                      </p:childTnLst>
                    </p:cTn>
                  </p:par>
                  <p:par>
                    <p:cTn id="90" fill="hold">
                      <p:stCondLst>
                        <p:cond delay="indefinite"/>
                      </p:stCondLst>
                      <p:childTnLst>
                        <p:par>
                          <p:cTn id="91" fill="hold">
                            <p:stCondLst>
                              <p:cond delay="0"/>
                            </p:stCondLst>
                            <p:childTnLst>
                              <p:par>
                                <p:cTn id="92" nodeType="clickEffect" fill="hold" presetClass="entr" presetID="22" presetSubtype="4">
                                  <p:stCondLst>
                                    <p:cond delay="0"/>
                                  </p:stCondLst>
                                  <p:childTnLst>
                                    <p:set>
                                      <p:cBhvr>
                                        <p:cTn id="93" dur="1" fill="hold">
                                          <p:stCondLst>
                                            <p:cond delay="0"/>
                                          </p:stCondLst>
                                        </p:cTn>
                                        <p:tgtEl>
                                          <p:spTgt spid="259"/>
                                        </p:tgtEl>
                                        <p:attrNameLst>
                                          <p:attrName>style.visibility</p:attrName>
                                        </p:attrNameLst>
                                      </p:cBhvr>
                                      <p:to>
                                        <p:strVal val="visible"/>
                                      </p:to>
                                    </p:set>
                                    <p:animEffect filter="wipe(down)" transition="in">
                                      <p:cBhvr additive="repl">
                                        <p:cTn id="94" dur="500"/>
                                        <p:tgtEl>
                                          <p:spTgt spid="259"/>
                                        </p:tgtEl>
                                      </p:cBhvr>
                                    </p:animEffect>
                                  </p:childTnLst>
                                </p:cTn>
                              </p:par>
                            </p:childTnLst>
                          </p:cTn>
                        </p:par>
                      </p:childTnLst>
                    </p:cTn>
                  </p:par>
                  <p:par>
                    <p:cTn id="95" fill="hold">
                      <p:stCondLst>
                        <p:cond delay="indefinite"/>
                      </p:stCondLst>
                      <p:childTnLst>
                        <p:par>
                          <p:cTn id="96" fill="hold">
                            <p:stCondLst>
                              <p:cond delay="0"/>
                            </p:stCondLst>
                            <p:childTnLst>
                              <p:par>
                                <p:cTn id="97" nodeType="clickEffect" fill="hold" presetClass="entr" presetID="22" presetSubtype="4">
                                  <p:stCondLst>
                                    <p:cond delay="0"/>
                                  </p:stCondLst>
                                  <p:childTnLst>
                                    <p:set>
                                      <p:cBhvr>
                                        <p:cTn id="98" dur="1" fill="hold">
                                          <p:stCondLst>
                                            <p:cond delay="0"/>
                                          </p:stCondLst>
                                        </p:cTn>
                                        <p:tgtEl>
                                          <p:spTgt spid="258"/>
                                        </p:tgtEl>
                                        <p:attrNameLst>
                                          <p:attrName>style.visibility</p:attrName>
                                        </p:attrNameLst>
                                      </p:cBhvr>
                                      <p:to>
                                        <p:strVal val="visible"/>
                                      </p:to>
                                    </p:set>
                                    <p:animEffect filter="wipe(down)" transition="in">
                                      <p:cBhvr additive="repl">
                                        <p:cTn id="99" dur="500"/>
                                        <p:tgtEl>
                                          <p:spTgt spid="258"/>
                                        </p:tgtEl>
                                      </p:cBhvr>
                                    </p:animEffect>
                                  </p:childTnLst>
                                </p:cTn>
                              </p:par>
                            </p:childTnLst>
                          </p:cTn>
                        </p:par>
                      </p:childTnLst>
                    </p:cTn>
                  </p:par>
                  <p:par>
                    <p:cTn id="100" fill="hold">
                      <p:stCondLst>
                        <p:cond delay="indefinite"/>
                      </p:stCondLst>
                      <p:childTnLst>
                        <p:par>
                          <p:cTn id="101" fill="hold">
                            <p:stCondLst>
                              <p:cond delay="0"/>
                            </p:stCondLst>
                            <p:childTnLst>
                              <p:par>
                                <p:cTn id="102" nodeType="clickEffect" fill="hold" presetClass="exit" presetID="22" presetSubtype="4">
                                  <p:stCondLst>
                                    <p:cond delay="0"/>
                                  </p:stCondLst>
                                  <p:childTnLst>
                                    <p:animEffect filter="wipe(down)" transition="out">
                                      <p:cBhvr additive="repl">
                                        <p:cTn id="103" dur="500"/>
                                        <p:tgtEl>
                                          <p:spTgt spid="259"/>
                                        </p:tgtEl>
                                      </p:cBhvr>
                                    </p:animEffect>
                                    <p:set>
                                      <p:cBhvr>
                                        <p:cTn id="104" dur="1" fill="hold">
                                          <p:stCondLst>
                                            <p:cond delay="499"/>
                                          </p:stCondLst>
                                        </p:cTn>
                                        <p:tgtEl>
                                          <p:spTgt spid="259"/>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nodeType="clickEffect" fill="hold" presetClass="exit" presetID="22" presetSubtype="4">
                                  <p:stCondLst>
                                    <p:cond delay="0"/>
                                  </p:stCondLst>
                                  <p:childTnLst>
                                    <p:animEffect filter="wipe(down)" transition="out">
                                      <p:cBhvr additive="repl">
                                        <p:cTn id="108" dur="500"/>
                                        <p:tgtEl>
                                          <p:spTgt spid="258"/>
                                        </p:tgtEl>
                                      </p:cBhvr>
                                    </p:animEffect>
                                    <p:set>
                                      <p:cBhvr>
                                        <p:cTn id="109" dur="1" fill="hold">
                                          <p:stCondLst>
                                            <p:cond delay="499"/>
                                          </p:stCondLst>
                                        </p:cTn>
                                        <p:tgtEl>
                                          <p:spTgt spid="258"/>
                                        </p:tgtEl>
                                        <p:attrNameLst>
                                          <p:attrName>style.visibility</p:attrName>
                                        </p:attrNameLst>
                                      </p:cBhvr>
                                      <p:to>
                                        <p:strVal val="hidden"/>
                                      </p:to>
                                    </p:set>
                                  </p:childTnLst>
                                </p:cTn>
                              </p:par>
                            </p:childTnLst>
                          </p:cTn>
                        </p:par>
                      </p:childTnLst>
                    </p:cTn>
                  </p:par>
                  <p:par>
                    <p:cTn id="110" fill="hold">
                      <p:stCondLst>
                        <p:cond delay="indefinite"/>
                      </p:stCondLst>
                      <p:childTnLst>
                        <p:par>
                          <p:cTn id="111" fill="hold">
                            <p:stCondLst>
                              <p:cond delay="0"/>
                            </p:stCondLst>
                            <p:childTnLst>
                              <p:par>
                                <p:cTn id="112" nodeType="clickEffect" fill="hold" presetClass="entr" presetID="22" presetSubtype="4">
                                  <p:stCondLst>
                                    <p:cond delay="0"/>
                                  </p:stCondLst>
                                  <p:childTnLst>
                                    <p:set>
                                      <p:cBhvr>
                                        <p:cTn id="113" dur="1" fill="hold">
                                          <p:stCondLst>
                                            <p:cond delay="0"/>
                                          </p:stCondLst>
                                        </p:cTn>
                                        <p:tgtEl>
                                          <p:spTgt spid="261"/>
                                        </p:tgtEl>
                                        <p:attrNameLst>
                                          <p:attrName>style.visibility</p:attrName>
                                        </p:attrNameLst>
                                      </p:cBhvr>
                                      <p:to>
                                        <p:strVal val="visible"/>
                                      </p:to>
                                    </p:set>
                                    <p:animEffect filter="wipe(down)" transition="in">
                                      <p:cBhvr additive="repl">
                                        <p:cTn id="114" dur="500"/>
                                        <p:tgtEl>
                                          <p:spTgt spid="261"/>
                                        </p:tgtEl>
                                      </p:cBhvr>
                                    </p:animEffect>
                                  </p:childTnLst>
                                </p:cTn>
                              </p:par>
                            </p:childTnLst>
                          </p:cTn>
                        </p:par>
                      </p:childTnLst>
                    </p:cTn>
                  </p:par>
                  <p:par>
                    <p:cTn id="115" fill="hold">
                      <p:stCondLst>
                        <p:cond delay="indefinite"/>
                      </p:stCondLst>
                      <p:childTnLst>
                        <p:par>
                          <p:cTn id="116" fill="hold">
                            <p:stCondLst>
                              <p:cond delay="0"/>
                            </p:stCondLst>
                            <p:childTnLst>
                              <p:par>
                                <p:cTn id="117" nodeType="clickEffect" fill="hold" presetClass="entr" presetID="22" presetSubtype="4">
                                  <p:stCondLst>
                                    <p:cond delay="0"/>
                                  </p:stCondLst>
                                  <p:childTnLst>
                                    <p:set>
                                      <p:cBhvr>
                                        <p:cTn id="118" dur="1" fill="hold">
                                          <p:stCondLst>
                                            <p:cond delay="0"/>
                                          </p:stCondLst>
                                        </p:cTn>
                                        <p:tgtEl>
                                          <p:spTgt spid="260"/>
                                        </p:tgtEl>
                                        <p:attrNameLst>
                                          <p:attrName>style.visibility</p:attrName>
                                        </p:attrNameLst>
                                      </p:cBhvr>
                                      <p:to>
                                        <p:strVal val="visible"/>
                                      </p:to>
                                    </p:set>
                                    <p:animEffect filter="wipe(down)" transition="in">
                                      <p:cBhvr additive="repl">
                                        <p:cTn id="119" dur="500"/>
                                        <p:tgtEl>
                                          <p:spTgt spid="260"/>
                                        </p:tgtEl>
                                      </p:cBhvr>
                                    </p:animEffect>
                                  </p:childTnLst>
                                </p:cTn>
                              </p:par>
                            </p:childTnLst>
                          </p:cTn>
                        </p:par>
                      </p:childTnLst>
                    </p:cTn>
                  </p:par>
                  <p:par>
                    <p:cTn id="120" fill="hold">
                      <p:stCondLst>
                        <p:cond delay="indefinite"/>
                      </p:stCondLst>
                      <p:childTnLst>
                        <p:par>
                          <p:cTn id="121" fill="hold">
                            <p:stCondLst>
                              <p:cond delay="0"/>
                            </p:stCondLst>
                            <p:childTnLst>
                              <p:par>
                                <p:cTn id="122" nodeType="clickEffect" fill="hold" presetClass="exit" presetID="22" presetSubtype="4">
                                  <p:stCondLst>
                                    <p:cond delay="0"/>
                                  </p:stCondLst>
                                  <p:childTnLst>
                                    <p:animEffect filter="wipe(down)" transition="out">
                                      <p:cBhvr additive="repl">
                                        <p:cTn id="123" dur="500"/>
                                        <p:tgtEl>
                                          <p:spTgt spid="261"/>
                                        </p:tgtEl>
                                      </p:cBhvr>
                                    </p:animEffect>
                                    <p:set>
                                      <p:cBhvr>
                                        <p:cTn id="124" dur="1" fill="hold">
                                          <p:stCondLst>
                                            <p:cond delay="499"/>
                                          </p:stCondLst>
                                        </p:cTn>
                                        <p:tgtEl>
                                          <p:spTgt spid="261"/>
                                        </p:tgtEl>
                                        <p:attrNameLst>
                                          <p:attrName>style.visibility</p:attrName>
                                        </p:attrNameLst>
                                      </p:cBhvr>
                                      <p:to>
                                        <p:strVal val="hidden"/>
                                      </p:to>
                                    </p:set>
                                  </p:childTnLst>
                                </p:cTn>
                              </p:par>
                            </p:childTnLst>
                          </p:cTn>
                        </p:par>
                      </p:childTnLst>
                    </p:cTn>
                  </p:par>
                  <p:par>
                    <p:cTn id="125" fill="hold">
                      <p:stCondLst>
                        <p:cond delay="indefinite"/>
                      </p:stCondLst>
                      <p:childTnLst>
                        <p:par>
                          <p:cTn id="126" fill="hold">
                            <p:stCondLst>
                              <p:cond delay="0"/>
                            </p:stCondLst>
                            <p:childTnLst>
                              <p:par>
                                <p:cTn id="127" nodeType="clickEffect" fill="hold" presetClass="exit" presetID="22" presetSubtype="4">
                                  <p:stCondLst>
                                    <p:cond delay="0"/>
                                  </p:stCondLst>
                                  <p:childTnLst>
                                    <p:animEffect filter="wipe(down)" transition="out">
                                      <p:cBhvr additive="repl">
                                        <p:cTn id="128" dur="500"/>
                                        <p:tgtEl>
                                          <p:spTgt spid="260"/>
                                        </p:tgtEl>
                                      </p:cBhvr>
                                    </p:animEffect>
                                    <p:set>
                                      <p:cBhvr>
                                        <p:cTn id="129" dur="1" fill="hold">
                                          <p:stCondLst>
                                            <p:cond delay="499"/>
                                          </p:stCondLst>
                                        </p:cTn>
                                        <p:tgtEl>
                                          <p:spTgt spid="260"/>
                                        </p:tgtEl>
                                        <p:attrNameLst>
                                          <p:attrName>style.visibility</p:attrName>
                                        </p:attrNameLst>
                                      </p:cBhvr>
                                      <p:to>
                                        <p:strVal val="hidden"/>
                                      </p:to>
                                    </p:set>
                                  </p:childTnLst>
                                </p:cTn>
                              </p:par>
                            </p:childTnLst>
                          </p:cTn>
                        </p:par>
                      </p:childTnLst>
                    </p:cTn>
                  </p:par>
                  <p:par>
                    <p:cTn id="130" fill="hold">
                      <p:stCondLst>
                        <p:cond delay="indefinite"/>
                      </p:stCondLst>
                      <p:childTnLst>
                        <p:par>
                          <p:cTn id="131" fill="hold">
                            <p:stCondLst>
                              <p:cond delay="0"/>
                            </p:stCondLst>
                            <p:childTnLst>
                              <p:par>
                                <p:cTn id="132" nodeType="clickEffect" fill="hold" presetClass="entr" presetID="22" presetSubtype="4">
                                  <p:stCondLst>
                                    <p:cond delay="0"/>
                                  </p:stCondLst>
                                  <p:childTnLst>
                                    <p:set>
                                      <p:cBhvr>
                                        <p:cTn id="133" dur="1" fill="hold">
                                          <p:stCondLst>
                                            <p:cond delay="0"/>
                                          </p:stCondLst>
                                        </p:cTn>
                                        <p:tgtEl>
                                          <p:spTgt spid="262"/>
                                        </p:tgtEl>
                                        <p:attrNameLst>
                                          <p:attrName>style.visibility</p:attrName>
                                        </p:attrNameLst>
                                      </p:cBhvr>
                                      <p:to>
                                        <p:strVal val="visible"/>
                                      </p:to>
                                    </p:set>
                                    <p:animEffect filter="wipe(down)" transition="in">
                                      <p:cBhvr additive="repl">
                                        <p:cTn id="134" dur="500"/>
                                        <p:tgtEl>
                                          <p:spTgt spid="262"/>
                                        </p:tgtEl>
                                      </p:cBhvr>
                                    </p:animEffect>
                                  </p:childTnLst>
                                </p:cTn>
                              </p:par>
                            </p:childTnLst>
                          </p:cTn>
                        </p:par>
                      </p:childTnLst>
                    </p:cTn>
                  </p:par>
                  <p:par>
                    <p:cTn id="135" fill="hold">
                      <p:stCondLst>
                        <p:cond delay="indefinite"/>
                      </p:stCondLst>
                      <p:childTnLst>
                        <p:par>
                          <p:cTn id="136" fill="hold">
                            <p:stCondLst>
                              <p:cond delay="0"/>
                            </p:stCondLst>
                            <p:childTnLst>
                              <p:par>
                                <p:cTn id="137" nodeType="clickEffect" fill="hold" presetClass="entr" presetID="22" presetSubtype="4">
                                  <p:stCondLst>
                                    <p:cond delay="0"/>
                                  </p:stCondLst>
                                  <p:childTnLst>
                                    <p:set>
                                      <p:cBhvr>
                                        <p:cTn id="138" dur="1" fill="hold">
                                          <p:stCondLst>
                                            <p:cond delay="0"/>
                                          </p:stCondLst>
                                        </p:cTn>
                                        <p:tgtEl>
                                          <p:spTgt spid="263"/>
                                        </p:tgtEl>
                                        <p:attrNameLst>
                                          <p:attrName>style.visibility</p:attrName>
                                        </p:attrNameLst>
                                      </p:cBhvr>
                                      <p:to>
                                        <p:strVal val="visible"/>
                                      </p:to>
                                    </p:set>
                                    <p:animEffect filter="wipe(down)" transition="in">
                                      <p:cBhvr additive="repl">
                                        <p:cTn id="139" dur="500"/>
                                        <p:tgtEl>
                                          <p:spTgt spid="263"/>
                                        </p:tgtEl>
                                      </p:cBhvr>
                                    </p:animEffect>
                                  </p:childTnLst>
                                </p:cTn>
                              </p:par>
                            </p:childTnLst>
                          </p:cTn>
                        </p:par>
                      </p:childTnLst>
                    </p:cTn>
                  </p:par>
                  <p:par>
                    <p:cTn id="140" fill="hold">
                      <p:stCondLst>
                        <p:cond delay="indefinite"/>
                      </p:stCondLst>
                      <p:childTnLst>
                        <p:par>
                          <p:cTn id="141" fill="hold">
                            <p:stCondLst>
                              <p:cond delay="0"/>
                            </p:stCondLst>
                            <p:childTnLst>
                              <p:par>
                                <p:cTn id="142" nodeType="clickEffect" fill="hold" presetClass="exit" presetID="22" presetSubtype="4">
                                  <p:stCondLst>
                                    <p:cond delay="0"/>
                                  </p:stCondLst>
                                  <p:childTnLst>
                                    <p:animEffect filter="wipe(down)" transition="out">
                                      <p:cBhvr additive="repl">
                                        <p:cTn id="143" dur="500"/>
                                        <p:tgtEl>
                                          <p:spTgt spid="262"/>
                                        </p:tgtEl>
                                      </p:cBhvr>
                                    </p:animEffect>
                                    <p:set>
                                      <p:cBhvr>
                                        <p:cTn id="144" dur="1" fill="hold">
                                          <p:stCondLst>
                                            <p:cond delay="499"/>
                                          </p:stCondLst>
                                        </p:cTn>
                                        <p:tgtEl>
                                          <p:spTgt spid="262"/>
                                        </p:tgtEl>
                                        <p:attrNameLst>
                                          <p:attrName>style.visibility</p:attrName>
                                        </p:attrNameLst>
                                      </p:cBhvr>
                                      <p:to>
                                        <p:strVal val="hidden"/>
                                      </p:to>
                                    </p:set>
                                  </p:childTnLst>
                                </p:cTn>
                              </p:par>
                            </p:childTnLst>
                          </p:cTn>
                        </p:par>
                      </p:childTnLst>
                    </p:cTn>
                  </p:par>
                  <p:par>
                    <p:cTn id="145" fill="hold">
                      <p:stCondLst>
                        <p:cond delay="indefinite"/>
                      </p:stCondLst>
                      <p:childTnLst>
                        <p:par>
                          <p:cTn id="146" fill="hold">
                            <p:stCondLst>
                              <p:cond delay="0"/>
                            </p:stCondLst>
                            <p:childTnLst>
                              <p:par>
                                <p:cTn id="147" nodeType="clickEffect" fill="hold" presetClass="exit" presetID="22" presetSubtype="4">
                                  <p:stCondLst>
                                    <p:cond delay="0"/>
                                  </p:stCondLst>
                                  <p:childTnLst>
                                    <p:animEffect filter="wipe(down)" transition="out">
                                      <p:cBhvr additive="repl">
                                        <p:cTn id="148" dur="500"/>
                                        <p:tgtEl>
                                          <p:spTgt spid="263"/>
                                        </p:tgtEl>
                                      </p:cBhvr>
                                    </p:animEffect>
                                    <p:set>
                                      <p:cBhvr>
                                        <p:cTn id="149" dur="1" fill="hold">
                                          <p:stCondLst>
                                            <p:cond delay="499"/>
                                          </p:stCondLst>
                                        </p:cTn>
                                        <p:tgtEl>
                                          <p:spTgt spid="263"/>
                                        </p:tgtEl>
                                        <p:attrNameLst>
                                          <p:attrName>style.visibility</p:attrName>
                                        </p:attrNameLst>
                                      </p:cBhvr>
                                      <p:to>
                                        <p:strVal val="hidden"/>
                                      </p:to>
                                    </p:set>
                                  </p:childTnLst>
                                </p:cTn>
                              </p:par>
                            </p:childTnLst>
                          </p:cTn>
                        </p:par>
                      </p:childTnLst>
                    </p:cTn>
                  </p:par>
                  <p:par>
                    <p:cTn id="150" fill="hold">
                      <p:stCondLst>
                        <p:cond delay="indefinite"/>
                      </p:stCondLst>
                      <p:childTnLst>
                        <p:par>
                          <p:cTn id="151" fill="hold">
                            <p:stCondLst>
                              <p:cond delay="0"/>
                            </p:stCondLst>
                            <p:childTnLst>
                              <p:par>
                                <p:cTn id="152" nodeType="clickEffect" fill="hold" presetClass="entr" presetID="22" presetSubtype="4">
                                  <p:stCondLst>
                                    <p:cond delay="0"/>
                                  </p:stCondLst>
                                  <p:childTnLst>
                                    <p:set>
                                      <p:cBhvr>
                                        <p:cTn id="153" dur="1" fill="hold">
                                          <p:stCondLst>
                                            <p:cond delay="0"/>
                                          </p:stCondLst>
                                        </p:cTn>
                                        <p:tgtEl>
                                          <p:spTgt spid="265"/>
                                        </p:tgtEl>
                                        <p:attrNameLst>
                                          <p:attrName>style.visibility</p:attrName>
                                        </p:attrNameLst>
                                      </p:cBhvr>
                                      <p:to>
                                        <p:strVal val="visible"/>
                                      </p:to>
                                    </p:set>
                                    <p:animEffect filter="wipe(down)" transition="in">
                                      <p:cBhvr additive="repl">
                                        <p:cTn id="154" dur="500"/>
                                        <p:tgtEl>
                                          <p:spTgt spid="265"/>
                                        </p:tgtEl>
                                      </p:cBhvr>
                                    </p:animEffect>
                                  </p:childTnLst>
                                </p:cTn>
                              </p:par>
                            </p:childTnLst>
                          </p:cTn>
                        </p:par>
                      </p:childTnLst>
                    </p:cTn>
                  </p:par>
                  <p:par>
                    <p:cTn id="155" fill="hold">
                      <p:stCondLst>
                        <p:cond delay="indefinite"/>
                      </p:stCondLst>
                      <p:childTnLst>
                        <p:par>
                          <p:cTn id="156" fill="hold">
                            <p:stCondLst>
                              <p:cond delay="0"/>
                            </p:stCondLst>
                            <p:childTnLst>
                              <p:par>
                                <p:cTn id="157" nodeType="clickEffect" fill="hold" presetClass="entr" presetID="22" presetSubtype="4">
                                  <p:stCondLst>
                                    <p:cond delay="0"/>
                                  </p:stCondLst>
                                  <p:childTnLst>
                                    <p:set>
                                      <p:cBhvr>
                                        <p:cTn id="158" dur="1" fill="hold">
                                          <p:stCondLst>
                                            <p:cond delay="0"/>
                                          </p:stCondLst>
                                        </p:cTn>
                                        <p:tgtEl>
                                          <p:spTgt spid="264"/>
                                        </p:tgtEl>
                                        <p:attrNameLst>
                                          <p:attrName>style.visibility</p:attrName>
                                        </p:attrNameLst>
                                      </p:cBhvr>
                                      <p:to>
                                        <p:strVal val="visible"/>
                                      </p:to>
                                    </p:set>
                                    <p:animEffect filter="wipe(down)" transition="in">
                                      <p:cBhvr additive="repl">
                                        <p:cTn id="159" dur="500"/>
                                        <p:tgtEl>
                                          <p:spTgt spid="264"/>
                                        </p:tgtEl>
                                      </p:cBhvr>
                                    </p:animEffect>
                                  </p:childTnLst>
                                </p:cTn>
                              </p:par>
                            </p:childTnLst>
                          </p:cTn>
                        </p:par>
                      </p:childTnLst>
                    </p:cTn>
                  </p:par>
                  <p:par>
                    <p:cTn id="160" fill="hold">
                      <p:stCondLst>
                        <p:cond delay="indefinite"/>
                      </p:stCondLst>
                      <p:childTnLst>
                        <p:par>
                          <p:cTn id="161" fill="hold">
                            <p:stCondLst>
                              <p:cond delay="0"/>
                            </p:stCondLst>
                            <p:childTnLst>
                              <p:par>
                                <p:cTn id="162" nodeType="clickEffect" fill="hold" presetClass="exit" presetID="22" presetSubtype="4">
                                  <p:stCondLst>
                                    <p:cond delay="0"/>
                                  </p:stCondLst>
                                  <p:childTnLst>
                                    <p:animEffect filter="wipe(down)" transition="out">
                                      <p:cBhvr additive="repl">
                                        <p:cTn id="163" dur="500"/>
                                        <p:tgtEl>
                                          <p:spTgt spid="265"/>
                                        </p:tgtEl>
                                      </p:cBhvr>
                                    </p:animEffect>
                                    <p:set>
                                      <p:cBhvr>
                                        <p:cTn id="164" dur="1" fill="hold">
                                          <p:stCondLst>
                                            <p:cond delay="499"/>
                                          </p:stCondLst>
                                        </p:cTn>
                                        <p:tgtEl>
                                          <p:spTgt spid="265"/>
                                        </p:tgtEl>
                                        <p:attrNameLst>
                                          <p:attrName>style.visibility</p:attrName>
                                        </p:attrNameLst>
                                      </p:cBhvr>
                                      <p:to>
                                        <p:strVal val="hidden"/>
                                      </p:to>
                                    </p:set>
                                  </p:childTnLst>
                                </p:cTn>
                              </p:par>
                            </p:childTnLst>
                          </p:cTn>
                        </p:par>
                      </p:childTnLst>
                    </p:cTn>
                  </p:par>
                  <p:par>
                    <p:cTn id="165" fill="hold">
                      <p:stCondLst>
                        <p:cond delay="indefinite"/>
                      </p:stCondLst>
                      <p:childTnLst>
                        <p:par>
                          <p:cTn id="166" fill="hold">
                            <p:stCondLst>
                              <p:cond delay="0"/>
                            </p:stCondLst>
                            <p:childTnLst>
                              <p:par>
                                <p:cTn id="167" nodeType="clickEffect" fill="hold" presetClass="exit" presetID="22" presetSubtype="4">
                                  <p:stCondLst>
                                    <p:cond delay="0"/>
                                  </p:stCondLst>
                                  <p:childTnLst>
                                    <p:animEffect filter="wipe(down)" transition="out">
                                      <p:cBhvr additive="repl">
                                        <p:cTn id="168" dur="500"/>
                                        <p:tgtEl>
                                          <p:spTgt spid="264"/>
                                        </p:tgtEl>
                                      </p:cBhvr>
                                    </p:animEffect>
                                    <p:set>
                                      <p:cBhvr>
                                        <p:cTn id="169" dur="1" fill="hold">
                                          <p:stCondLst>
                                            <p:cond delay="499"/>
                                          </p:stCondLst>
                                        </p:cTn>
                                        <p:tgtEl>
                                          <p:spTgt spid="264"/>
                                        </p:tgtEl>
                                        <p:attrNameLst>
                                          <p:attrName>style.visibility</p:attrName>
                                        </p:attrNameLst>
                                      </p:cBhvr>
                                      <p:to>
                                        <p:strVal val="hidden"/>
                                      </p:to>
                                    </p:set>
                                  </p:childTnLst>
                                </p:cTn>
                              </p:par>
                            </p:childTnLst>
                          </p:cTn>
                        </p:par>
                      </p:childTnLst>
                    </p:cTn>
                  </p:par>
                  <p:par>
                    <p:cTn id="170" fill="hold">
                      <p:stCondLst>
                        <p:cond delay="indefinite"/>
                      </p:stCondLst>
                      <p:childTnLst>
                        <p:par>
                          <p:cTn id="171" fill="hold">
                            <p:stCondLst>
                              <p:cond delay="0"/>
                            </p:stCondLst>
                            <p:childTnLst>
                              <p:par>
                                <p:cTn id="172" nodeType="clickEffect" fill="hold" presetClass="entr" presetID="22" presetSubtype="4">
                                  <p:stCondLst>
                                    <p:cond delay="0"/>
                                  </p:stCondLst>
                                  <p:childTnLst>
                                    <p:set>
                                      <p:cBhvr>
                                        <p:cTn id="173" dur="1" fill="hold">
                                          <p:stCondLst>
                                            <p:cond delay="0"/>
                                          </p:stCondLst>
                                        </p:cTn>
                                        <p:tgtEl>
                                          <p:spTgt spid="266"/>
                                        </p:tgtEl>
                                        <p:attrNameLst>
                                          <p:attrName>style.visibility</p:attrName>
                                        </p:attrNameLst>
                                      </p:cBhvr>
                                      <p:to>
                                        <p:strVal val="visible"/>
                                      </p:to>
                                    </p:set>
                                    <p:animEffect filter="wipe(down)" transition="in">
                                      <p:cBhvr additive="repl">
                                        <p:cTn id="174" dur="500"/>
                                        <p:tgtEl>
                                          <p:spTgt spid="266"/>
                                        </p:tgtEl>
                                      </p:cBhvr>
                                    </p:animEffect>
                                  </p:childTnLst>
                                </p:cTn>
                              </p:par>
                            </p:childTnLst>
                          </p:cTn>
                        </p:par>
                      </p:childTnLst>
                    </p:cTn>
                  </p:par>
                  <p:par>
                    <p:cTn id="175" fill="hold">
                      <p:stCondLst>
                        <p:cond delay="indefinite"/>
                      </p:stCondLst>
                      <p:childTnLst>
                        <p:par>
                          <p:cTn id="176" fill="hold">
                            <p:stCondLst>
                              <p:cond delay="0"/>
                            </p:stCondLst>
                            <p:childTnLst>
                              <p:par>
                                <p:cTn id="177" nodeType="clickEffect" fill="hold" presetClass="entr" presetID="22" presetSubtype="4">
                                  <p:stCondLst>
                                    <p:cond delay="0"/>
                                  </p:stCondLst>
                                  <p:childTnLst>
                                    <p:set>
                                      <p:cBhvr>
                                        <p:cTn id="178" dur="1" fill="hold">
                                          <p:stCondLst>
                                            <p:cond delay="0"/>
                                          </p:stCondLst>
                                        </p:cTn>
                                        <p:tgtEl>
                                          <p:spTgt spid="267"/>
                                        </p:tgtEl>
                                        <p:attrNameLst>
                                          <p:attrName>style.visibility</p:attrName>
                                        </p:attrNameLst>
                                      </p:cBhvr>
                                      <p:to>
                                        <p:strVal val="visible"/>
                                      </p:to>
                                    </p:set>
                                    <p:animEffect filter="wipe(down)" transition="in">
                                      <p:cBhvr additive="repl">
                                        <p:cTn id="179" dur="500"/>
                                        <p:tgtEl>
                                          <p:spTgt spid="267"/>
                                        </p:tgtEl>
                                      </p:cBhvr>
                                    </p:animEffect>
                                  </p:childTnLst>
                                </p:cTn>
                              </p:par>
                            </p:childTnLst>
                          </p:cTn>
                        </p:par>
                      </p:childTnLst>
                    </p:cTn>
                  </p:par>
                  <p:par>
                    <p:cTn id="180" fill="hold">
                      <p:stCondLst>
                        <p:cond delay="indefinite"/>
                      </p:stCondLst>
                      <p:childTnLst>
                        <p:par>
                          <p:cTn id="181" fill="hold">
                            <p:stCondLst>
                              <p:cond delay="0"/>
                            </p:stCondLst>
                            <p:childTnLst>
                              <p:par>
                                <p:cTn id="182" nodeType="clickEffect" fill="hold" presetClass="exit" presetID="22" presetSubtype="4">
                                  <p:stCondLst>
                                    <p:cond delay="0"/>
                                  </p:stCondLst>
                                  <p:childTnLst>
                                    <p:animEffect filter="wipe(down)" transition="out">
                                      <p:cBhvr additive="repl">
                                        <p:cTn id="183" dur="500"/>
                                        <p:tgtEl>
                                          <p:spTgt spid="266"/>
                                        </p:tgtEl>
                                      </p:cBhvr>
                                    </p:animEffect>
                                    <p:set>
                                      <p:cBhvr>
                                        <p:cTn id="184" dur="1" fill="hold">
                                          <p:stCondLst>
                                            <p:cond delay="499"/>
                                          </p:stCondLst>
                                        </p:cTn>
                                        <p:tgtEl>
                                          <p:spTgt spid="266"/>
                                        </p:tgtEl>
                                        <p:attrNameLst>
                                          <p:attrName>style.visibility</p:attrName>
                                        </p:attrNameLst>
                                      </p:cBhvr>
                                      <p:to>
                                        <p:strVal val="hidden"/>
                                      </p:to>
                                    </p:set>
                                  </p:childTnLst>
                                </p:cTn>
                              </p:par>
                            </p:childTnLst>
                          </p:cTn>
                        </p:par>
                      </p:childTnLst>
                    </p:cTn>
                  </p:par>
                  <p:par>
                    <p:cTn id="185" fill="hold">
                      <p:stCondLst>
                        <p:cond delay="indefinite"/>
                      </p:stCondLst>
                      <p:childTnLst>
                        <p:par>
                          <p:cTn id="186" fill="hold">
                            <p:stCondLst>
                              <p:cond delay="0"/>
                            </p:stCondLst>
                            <p:childTnLst>
                              <p:par>
                                <p:cTn id="187" nodeType="clickEffect" fill="hold" presetClass="entr" presetID="22" presetSubtype="4">
                                  <p:stCondLst>
                                    <p:cond delay="0"/>
                                  </p:stCondLst>
                                  <p:childTnLst>
                                    <p:set>
                                      <p:cBhvr>
                                        <p:cTn id="188" dur="1" fill="hold">
                                          <p:stCondLst>
                                            <p:cond delay="0"/>
                                          </p:stCondLst>
                                        </p:cTn>
                                        <p:tgtEl>
                                          <p:spTgt spid="268"/>
                                        </p:tgtEl>
                                        <p:attrNameLst>
                                          <p:attrName>style.visibility</p:attrName>
                                        </p:attrNameLst>
                                      </p:cBhvr>
                                      <p:to>
                                        <p:strVal val="visible"/>
                                      </p:to>
                                    </p:set>
                                    <p:animEffect filter="wipe(down)" transition="in">
                                      <p:cBhvr additive="repl">
                                        <p:cTn id="189" dur="500"/>
                                        <p:tgtEl>
                                          <p:spTgt spid="2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TextShape 1"/>
          <p:cNvSpPr txBox="1"/>
          <p:nvPr/>
        </p:nvSpPr>
        <p:spPr>
          <a:xfrm>
            <a:off x="183240" y="-22680"/>
            <a:ext cx="3565800" cy="1485720"/>
          </a:xfrm>
          <a:prstGeom prst="rect">
            <a:avLst/>
          </a:prstGeom>
          <a:noFill/>
          <a:ln>
            <a:noFill/>
          </a:ln>
        </p:spPr>
        <p:txBody>
          <a:bodyPr lIns="0" rIns="0" tIns="0" bIns="0" anchor="b">
            <a:noAutofit/>
          </a:bodyPr>
          <a:p>
            <a:pPr>
              <a:lnSpc>
                <a:spcPct val="90000"/>
              </a:lnSpc>
            </a:pPr>
            <a:r>
              <a:rPr b="0" lang="en-US" sz="4000" spc="-1" strike="noStrike">
                <a:solidFill>
                  <a:srgbClr val="ffffff"/>
                </a:solidFill>
                <a:latin typeface="Walbaum Display"/>
              </a:rPr>
              <a:t>Two Optimal Heuristic</a:t>
            </a:r>
            <a:endParaRPr b="0" lang="en-US" sz="4000" spc="-1" strike="noStrike">
              <a:solidFill>
                <a:srgbClr val="ffffff"/>
              </a:solidFill>
              <a:latin typeface="Gill Sans MT"/>
            </a:endParaRPr>
          </a:p>
        </p:txBody>
      </p:sp>
      <p:sp>
        <p:nvSpPr>
          <p:cNvPr id="270" name="TextShape 2"/>
          <p:cNvSpPr txBox="1"/>
          <p:nvPr/>
        </p:nvSpPr>
        <p:spPr>
          <a:xfrm>
            <a:off x="183960" y="1463040"/>
            <a:ext cx="3565080" cy="4176720"/>
          </a:xfrm>
          <a:prstGeom prst="rect">
            <a:avLst/>
          </a:prstGeom>
          <a:noFill/>
          <a:ln>
            <a:noFill/>
          </a:ln>
        </p:spPr>
        <p:txBody>
          <a:bodyPr lIns="0" rIns="0" tIns="0" bIns="0">
            <a:noAutofit/>
          </a:bodyPr>
          <a:p>
            <a:pPr marL="228600" indent="-228240">
              <a:lnSpc>
                <a:spcPct val="110000"/>
              </a:lnSpc>
              <a:spcBef>
                <a:spcPts val="1001"/>
              </a:spcBef>
              <a:spcAft>
                <a:spcPts val="799"/>
              </a:spcAft>
              <a:tabLst>
                <a:tab algn="l" pos="0"/>
              </a:tabLst>
            </a:pPr>
            <a:br/>
            <a:r>
              <a:rPr b="0" lang="en-US" sz="2000" spc="-1" strike="noStrike">
                <a:solidFill>
                  <a:srgbClr val="d1d5db"/>
                </a:solidFill>
                <a:latin typeface="Söhne"/>
              </a:rPr>
              <a:t>The Two-Optimal Heuristic is an iterative improvement algorithm used to refine an initial solution to the Traveling Salesman Problem (TSP). It operates by iteratively removing two edges from the current tour and reconnecting them in a different way, aiming to reduce the total distance traveled.</a:t>
            </a:r>
            <a:endParaRPr b="0" lang="en-US" sz="2000" spc="-1" strike="noStrike">
              <a:solidFill>
                <a:srgbClr val="ffffff"/>
              </a:solidFill>
              <a:latin typeface="Gill Sans MT"/>
            </a:endParaRPr>
          </a:p>
        </p:txBody>
      </p:sp>
      <p:sp>
        <p:nvSpPr>
          <p:cNvPr id="271" name="TextShape 3"/>
          <p:cNvSpPr txBox="1"/>
          <p:nvPr/>
        </p:nvSpPr>
        <p:spPr>
          <a:xfrm>
            <a:off x="550800" y="6507360"/>
            <a:ext cx="2628720" cy="153360"/>
          </a:xfrm>
          <a:prstGeom prst="rect">
            <a:avLst/>
          </a:prstGeom>
          <a:noFill/>
          <a:ln>
            <a:noFill/>
          </a:ln>
        </p:spPr>
        <p:txBody>
          <a:bodyPr lIns="0" rIns="0" tIns="0" bIns="0" anchor="ctr">
            <a:noAutofit/>
          </a:bodyPr>
          <a:p>
            <a:pPr>
              <a:lnSpc>
                <a:spcPct val="100000"/>
              </a:lnSpc>
            </a:pPr>
            <a:r>
              <a:rPr b="0" lang="en-US" sz="1000" spc="-1" strike="noStrike">
                <a:solidFill>
                  <a:srgbClr val="a6a6a6"/>
                </a:solidFill>
                <a:latin typeface="Gill Sans MT"/>
              </a:rPr>
              <a:t>Friday, June 2, 2023</a:t>
            </a:r>
            <a:endParaRPr b="0" lang="en-US" sz="1000" spc="-1" strike="noStrike">
              <a:latin typeface="Times New Roman"/>
            </a:endParaRPr>
          </a:p>
        </p:txBody>
      </p:sp>
      <p:sp>
        <p:nvSpPr>
          <p:cNvPr id="272" name="TextShape 4"/>
          <p:cNvSpPr txBox="1"/>
          <p:nvPr/>
        </p:nvSpPr>
        <p:spPr>
          <a:xfrm>
            <a:off x="3359160" y="6507360"/>
            <a:ext cx="6378840" cy="153360"/>
          </a:xfrm>
          <a:prstGeom prst="rect">
            <a:avLst/>
          </a:prstGeom>
          <a:noFill/>
          <a:ln>
            <a:noFill/>
          </a:ln>
        </p:spPr>
        <p:txBody>
          <a:bodyPr lIns="0" rIns="0" tIns="0" bIns="0" anchor="ctr">
            <a:noAutofit/>
          </a:bodyPr>
          <a:p>
            <a:pPr>
              <a:lnSpc>
                <a:spcPct val="100000"/>
              </a:lnSpc>
            </a:pPr>
            <a:r>
              <a:rPr b="0" lang="en-US" sz="1000" spc="-1" strike="noStrike">
                <a:solidFill>
                  <a:srgbClr val="a6a6a6"/>
                </a:solidFill>
                <a:latin typeface="Gill Sans MT"/>
              </a:rPr>
              <a:t>DA Assign2-Routing Algorithm for Ocean Shipping and Urban Deliveries</a:t>
            </a:r>
            <a:endParaRPr b="0" lang="en-US" sz="1000" spc="-1" strike="noStrike">
              <a:latin typeface="Times New Roman"/>
            </a:endParaRPr>
          </a:p>
        </p:txBody>
      </p:sp>
      <p:sp>
        <p:nvSpPr>
          <p:cNvPr id="273" name="TextShape 5"/>
          <p:cNvSpPr txBox="1"/>
          <p:nvPr/>
        </p:nvSpPr>
        <p:spPr>
          <a:xfrm>
            <a:off x="9948960" y="6507360"/>
            <a:ext cx="1692000" cy="153360"/>
          </a:xfrm>
          <a:prstGeom prst="rect">
            <a:avLst/>
          </a:prstGeom>
          <a:noFill/>
          <a:ln>
            <a:noFill/>
          </a:ln>
        </p:spPr>
        <p:txBody>
          <a:bodyPr lIns="0" rIns="0" tIns="0" bIns="0" anchor="ctr">
            <a:noAutofit/>
          </a:bodyPr>
          <a:p>
            <a:pPr algn="r">
              <a:lnSpc>
                <a:spcPct val="100000"/>
              </a:lnSpc>
            </a:pPr>
            <a:fld id="{E980533B-0F22-4508-A7AC-1503F55303B3}" type="slidenum">
              <a:rPr b="0" lang="en-US" sz="1000" spc="-1" strike="noStrike">
                <a:solidFill>
                  <a:srgbClr val="a6a6a6"/>
                </a:solidFill>
                <a:latin typeface="Gill Sans MT"/>
              </a:rPr>
              <a:t>3</a:t>
            </a:fld>
            <a:endParaRPr b="0" lang="en-US" sz="1000" spc="-1" strike="noStrike">
              <a:latin typeface="Times New Roman"/>
            </a:endParaRPr>
          </a:p>
        </p:txBody>
      </p:sp>
      <p:sp>
        <p:nvSpPr>
          <p:cNvPr id="274" name="CustomShape 6"/>
          <p:cNvSpPr/>
          <p:nvPr/>
        </p:nvSpPr>
        <p:spPr>
          <a:xfrm>
            <a:off x="3754800" y="1716840"/>
            <a:ext cx="2040480" cy="364680"/>
          </a:xfrm>
          <a:prstGeom prst="rect">
            <a:avLst/>
          </a:prstGeom>
          <a:noFill/>
          <a:ln>
            <a:noFill/>
          </a:ln>
        </p:spPr>
        <p:style>
          <a:lnRef idx="0"/>
          <a:fillRef idx="0"/>
          <a:effectRef idx="0"/>
          <a:fontRef idx="minor"/>
        </p:style>
        <p:txBody>
          <a:bodyPr wrap="none" lIns="90000" rIns="90000" tIns="45000" bIns="45000">
            <a:spAutoFit/>
          </a:bodyPr>
          <a:p>
            <a:pPr>
              <a:lnSpc>
                <a:spcPct val="100000"/>
              </a:lnSpc>
            </a:pPr>
            <a:r>
              <a:rPr b="0" lang="en-US" sz="1800" spc="-1" strike="noStrike">
                <a:solidFill>
                  <a:srgbClr val="ffffff"/>
                </a:solidFill>
                <a:latin typeface="Gill Sans MT"/>
              </a:rPr>
              <a:t>File: tourism.csv</a:t>
            </a:r>
            <a:endParaRPr b="0" lang="en-US" sz="1800" spc="-1" strike="noStrike">
              <a:latin typeface="Arial"/>
            </a:endParaRPr>
          </a:p>
        </p:txBody>
      </p:sp>
      <p:sp>
        <p:nvSpPr>
          <p:cNvPr id="275" name="CustomShape 7"/>
          <p:cNvSpPr/>
          <p:nvPr/>
        </p:nvSpPr>
        <p:spPr>
          <a:xfrm>
            <a:off x="7254000" y="3074040"/>
            <a:ext cx="675360" cy="597240"/>
          </a:xfrm>
          <a:prstGeom prst="ellipse">
            <a:avLst/>
          </a:prstGeom>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n-US" sz="1800" spc="-1" strike="noStrike">
                <a:solidFill>
                  <a:srgbClr val="ffffff"/>
                </a:solidFill>
                <a:latin typeface="Gill Sans MT"/>
              </a:rPr>
              <a:t>2</a:t>
            </a:r>
            <a:endParaRPr b="0" lang="en-US" sz="1800" spc="-1" strike="noStrike">
              <a:latin typeface="Arial"/>
            </a:endParaRPr>
          </a:p>
        </p:txBody>
      </p:sp>
      <p:sp>
        <p:nvSpPr>
          <p:cNvPr id="276" name="CustomShape 8"/>
          <p:cNvSpPr/>
          <p:nvPr/>
        </p:nvSpPr>
        <p:spPr>
          <a:xfrm>
            <a:off x="7353000" y="5584680"/>
            <a:ext cx="675360" cy="597240"/>
          </a:xfrm>
          <a:prstGeom prst="ellipse">
            <a:avLst/>
          </a:prstGeom>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n-US" sz="1800" spc="-1" strike="noStrike">
                <a:solidFill>
                  <a:srgbClr val="ffffff"/>
                </a:solidFill>
                <a:latin typeface="Gill Sans MT"/>
              </a:rPr>
              <a:t>3</a:t>
            </a:r>
            <a:endParaRPr b="0" lang="en-US" sz="1800" spc="-1" strike="noStrike">
              <a:latin typeface="Arial"/>
            </a:endParaRPr>
          </a:p>
        </p:txBody>
      </p:sp>
      <p:sp>
        <p:nvSpPr>
          <p:cNvPr id="277" name="CustomShape 9"/>
          <p:cNvSpPr/>
          <p:nvPr/>
        </p:nvSpPr>
        <p:spPr>
          <a:xfrm>
            <a:off x="5680080" y="4387320"/>
            <a:ext cx="675360" cy="597240"/>
          </a:xfrm>
          <a:prstGeom prst="ellipse">
            <a:avLst/>
          </a:prstGeom>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n-US" sz="1800" spc="-1" strike="noStrike">
                <a:solidFill>
                  <a:srgbClr val="ffffff"/>
                </a:solidFill>
                <a:latin typeface="Gill Sans MT"/>
              </a:rPr>
              <a:t>0</a:t>
            </a:r>
            <a:endParaRPr b="0" lang="en-US" sz="1800" spc="-1" strike="noStrike">
              <a:latin typeface="Arial"/>
            </a:endParaRPr>
          </a:p>
        </p:txBody>
      </p:sp>
      <p:sp>
        <p:nvSpPr>
          <p:cNvPr id="278" name="CustomShape 10"/>
          <p:cNvSpPr/>
          <p:nvPr/>
        </p:nvSpPr>
        <p:spPr>
          <a:xfrm>
            <a:off x="9272880" y="5200560"/>
            <a:ext cx="675360" cy="597240"/>
          </a:xfrm>
          <a:prstGeom prst="ellipse">
            <a:avLst/>
          </a:prstGeom>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n-US" sz="1800" spc="-1" strike="noStrike">
                <a:solidFill>
                  <a:srgbClr val="ffffff"/>
                </a:solidFill>
                <a:latin typeface="Gill Sans MT"/>
              </a:rPr>
              <a:t>4</a:t>
            </a:r>
            <a:endParaRPr b="0" lang="en-US" sz="1800" spc="-1" strike="noStrike">
              <a:latin typeface="Arial"/>
            </a:endParaRPr>
          </a:p>
        </p:txBody>
      </p:sp>
      <p:sp>
        <p:nvSpPr>
          <p:cNvPr id="279" name="CustomShape 11"/>
          <p:cNvSpPr/>
          <p:nvPr/>
        </p:nvSpPr>
        <p:spPr>
          <a:xfrm>
            <a:off x="9205560" y="3645000"/>
            <a:ext cx="675360" cy="597240"/>
          </a:xfrm>
          <a:prstGeom prst="ellipse">
            <a:avLst/>
          </a:prstGeom>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n-US" sz="1800" spc="-1" strike="noStrike">
                <a:solidFill>
                  <a:srgbClr val="ffffff"/>
                </a:solidFill>
                <a:latin typeface="Gill Sans MT"/>
              </a:rPr>
              <a:t>1</a:t>
            </a:r>
            <a:endParaRPr b="0" lang="en-US" sz="1800" spc="-1" strike="noStrike">
              <a:latin typeface="Arial"/>
            </a:endParaRPr>
          </a:p>
        </p:txBody>
      </p:sp>
      <p:sp>
        <p:nvSpPr>
          <p:cNvPr id="280" name="Line 12"/>
          <p:cNvSpPr/>
          <p:nvPr/>
        </p:nvSpPr>
        <p:spPr>
          <a:xfrm>
            <a:off x="6355800" y="4825440"/>
            <a:ext cx="2917080" cy="673920"/>
          </a:xfrm>
          <a:prstGeom prst="line">
            <a:avLst/>
          </a:prstGeom>
          <a:ln/>
        </p:spPr>
        <p:style>
          <a:lnRef idx="3">
            <a:schemeClr val="accent5"/>
          </a:lnRef>
          <a:fillRef idx="0">
            <a:schemeClr val="accent5"/>
          </a:fillRef>
          <a:effectRef idx="2">
            <a:schemeClr val="accent5"/>
          </a:effectRef>
          <a:fontRef idx="minor"/>
        </p:style>
      </p:sp>
      <p:sp>
        <p:nvSpPr>
          <p:cNvPr id="281" name="Line 13"/>
          <p:cNvSpPr/>
          <p:nvPr/>
        </p:nvSpPr>
        <p:spPr>
          <a:xfrm flipV="1">
            <a:off x="6210720" y="3417840"/>
            <a:ext cx="1157760" cy="1027800"/>
          </a:xfrm>
          <a:prstGeom prst="line">
            <a:avLst/>
          </a:prstGeom>
          <a:ln/>
        </p:spPr>
        <p:style>
          <a:lnRef idx="3">
            <a:schemeClr val="accent5"/>
          </a:lnRef>
          <a:fillRef idx="0">
            <a:schemeClr val="accent5"/>
          </a:fillRef>
          <a:effectRef idx="2">
            <a:schemeClr val="accent5"/>
          </a:effectRef>
          <a:fontRef idx="minor"/>
        </p:style>
      </p:sp>
      <p:sp>
        <p:nvSpPr>
          <p:cNvPr id="282" name="Line 14"/>
          <p:cNvSpPr/>
          <p:nvPr/>
        </p:nvSpPr>
        <p:spPr>
          <a:xfrm>
            <a:off x="6132240" y="5010840"/>
            <a:ext cx="1220400" cy="872280"/>
          </a:xfrm>
          <a:prstGeom prst="line">
            <a:avLst/>
          </a:prstGeom>
          <a:ln/>
        </p:spPr>
        <p:style>
          <a:lnRef idx="3">
            <a:schemeClr val="accent5"/>
          </a:lnRef>
          <a:fillRef idx="0">
            <a:schemeClr val="accent5"/>
          </a:fillRef>
          <a:effectRef idx="2">
            <a:schemeClr val="accent5"/>
          </a:effectRef>
          <a:fontRef idx="minor"/>
        </p:style>
      </p:sp>
      <p:sp>
        <p:nvSpPr>
          <p:cNvPr id="283" name="Line 15"/>
          <p:cNvSpPr/>
          <p:nvPr/>
        </p:nvSpPr>
        <p:spPr>
          <a:xfrm flipV="1">
            <a:off x="6288120" y="3943800"/>
            <a:ext cx="2917080" cy="623520"/>
          </a:xfrm>
          <a:prstGeom prst="line">
            <a:avLst/>
          </a:prstGeom>
          <a:ln/>
        </p:spPr>
        <p:style>
          <a:lnRef idx="3">
            <a:schemeClr val="accent5"/>
          </a:lnRef>
          <a:fillRef idx="0">
            <a:schemeClr val="accent5"/>
          </a:fillRef>
          <a:effectRef idx="2">
            <a:schemeClr val="accent5"/>
          </a:effectRef>
          <a:fontRef idx="minor"/>
        </p:style>
      </p:sp>
      <p:sp>
        <p:nvSpPr>
          <p:cNvPr id="284" name="Line 16"/>
          <p:cNvSpPr/>
          <p:nvPr/>
        </p:nvSpPr>
        <p:spPr>
          <a:xfrm flipH="1" flipV="1">
            <a:off x="7591680" y="3671280"/>
            <a:ext cx="99000" cy="1913400"/>
          </a:xfrm>
          <a:prstGeom prst="line">
            <a:avLst/>
          </a:prstGeom>
          <a:ln/>
        </p:spPr>
        <p:style>
          <a:lnRef idx="3">
            <a:schemeClr val="accent5"/>
          </a:lnRef>
          <a:fillRef idx="0">
            <a:schemeClr val="accent5"/>
          </a:fillRef>
          <a:effectRef idx="2">
            <a:schemeClr val="accent5"/>
          </a:effectRef>
          <a:fontRef idx="minor"/>
        </p:style>
      </p:sp>
      <p:sp>
        <p:nvSpPr>
          <p:cNvPr id="285" name="Line 17"/>
          <p:cNvSpPr/>
          <p:nvPr/>
        </p:nvSpPr>
        <p:spPr>
          <a:xfrm flipV="1">
            <a:off x="8017920" y="5710320"/>
            <a:ext cx="1353960" cy="245160"/>
          </a:xfrm>
          <a:prstGeom prst="line">
            <a:avLst/>
          </a:prstGeom>
          <a:ln/>
        </p:spPr>
        <p:style>
          <a:lnRef idx="3">
            <a:schemeClr val="accent5"/>
          </a:lnRef>
          <a:fillRef idx="0">
            <a:schemeClr val="accent5"/>
          </a:fillRef>
          <a:effectRef idx="2">
            <a:schemeClr val="accent5"/>
          </a:effectRef>
          <a:fontRef idx="minor"/>
        </p:style>
      </p:sp>
      <p:sp>
        <p:nvSpPr>
          <p:cNvPr id="286" name="Line 18"/>
          <p:cNvSpPr/>
          <p:nvPr/>
        </p:nvSpPr>
        <p:spPr>
          <a:xfrm flipV="1">
            <a:off x="7883640" y="4154760"/>
            <a:ext cx="1420560" cy="1517760"/>
          </a:xfrm>
          <a:prstGeom prst="line">
            <a:avLst/>
          </a:prstGeom>
          <a:ln/>
        </p:spPr>
        <p:style>
          <a:lnRef idx="3">
            <a:schemeClr val="accent5"/>
          </a:lnRef>
          <a:fillRef idx="0">
            <a:schemeClr val="accent5"/>
          </a:fillRef>
          <a:effectRef idx="2">
            <a:schemeClr val="accent5"/>
          </a:effectRef>
          <a:fontRef idx="minor"/>
        </p:style>
      </p:sp>
      <p:sp>
        <p:nvSpPr>
          <p:cNvPr id="287" name="Line 19"/>
          <p:cNvSpPr/>
          <p:nvPr/>
        </p:nvSpPr>
        <p:spPr>
          <a:xfrm flipV="1">
            <a:off x="9540000" y="4242600"/>
            <a:ext cx="3240" cy="929160"/>
          </a:xfrm>
          <a:prstGeom prst="line">
            <a:avLst/>
          </a:prstGeom>
          <a:ln/>
        </p:spPr>
        <p:style>
          <a:lnRef idx="3">
            <a:schemeClr val="accent5"/>
          </a:lnRef>
          <a:fillRef idx="0">
            <a:schemeClr val="accent5"/>
          </a:fillRef>
          <a:effectRef idx="2">
            <a:schemeClr val="accent5"/>
          </a:effectRef>
          <a:fontRef idx="minor"/>
        </p:style>
      </p:sp>
      <p:sp>
        <p:nvSpPr>
          <p:cNvPr id="288" name="Line 20"/>
          <p:cNvSpPr/>
          <p:nvPr/>
        </p:nvSpPr>
        <p:spPr>
          <a:xfrm>
            <a:off x="7929360" y="3300480"/>
            <a:ext cx="1343520" cy="535320"/>
          </a:xfrm>
          <a:prstGeom prst="line">
            <a:avLst/>
          </a:prstGeom>
          <a:ln/>
        </p:spPr>
        <p:style>
          <a:lnRef idx="3">
            <a:schemeClr val="accent5"/>
          </a:lnRef>
          <a:fillRef idx="0">
            <a:schemeClr val="accent5"/>
          </a:fillRef>
          <a:effectRef idx="2">
            <a:schemeClr val="accent5"/>
          </a:effectRef>
          <a:fontRef idx="minor"/>
        </p:style>
      </p:sp>
      <p:sp>
        <p:nvSpPr>
          <p:cNvPr id="289" name="Line 21"/>
          <p:cNvSpPr/>
          <p:nvPr/>
        </p:nvSpPr>
        <p:spPr>
          <a:xfrm>
            <a:off x="7784280" y="3608280"/>
            <a:ext cx="1587600" cy="1679760"/>
          </a:xfrm>
          <a:prstGeom prst="line">
            <a:avLst/>
          </a:prstGeom>
          <a:ln/>
        </p:spPr>
        <p:style>
          <a:lnRef idx="3">
            <a:schemeClr val="accent5"/>
          </a:lnRef>
          <a:fillRef idx="0">
            <a:schemeClr val="accent5"/>
          </a:fillRef>
          <a:effectRef idx="2">
            <a:schemeClr val="accent5"/>
          </a:effectRef>
          <a:fontRef idx="minor"/>
        </p:style>
      </p:sp>
      <p:sp>
        <p:nvSpPr>
          <p:cNvPr id="290" name="Line 22"/>
          <p:cNvSpPr/>
          <p:nvPr/>
        </p:nvSpPr>
        <p:spPr>
          <a:xfrm>
            <a:off x="6089400" y="4990680"/>
            <a:ext cx="1251720" cy="877680"/>
          </a:xfrm>
          <a:prstGeom prst="line">
            <a:avLst/>
          </a:prstGeom>
          <a:ln w="76320">
            <a:solidFill>
              <a:srgbClr val="ff0000"/>
            </a:solidFill>
          </a:ln>
        </p:spPr>
        <p:style>
          <a:lnRef idx="3">
            <a:schemeClr val="accent5"/>
          </a:lnRef>
          <a:fillRef idx="0">
            <a:schemeClr val="accent5"/>
          </a:fillRef>
          <a:effectRef idx="2">
            <a:schemeClr val="accent5"/>
          </a:effectRef>
          <a:fontRef idx="minor"/>
        </p:style>
      </p:sp>
      <p:pic>
        <p:nvPicPr>
          <p:cNvPr id="291" name="Picture 2" descr=""/>
          <p:cNvPicPr/>
          <p:nvPr/>
        </p:nvPicPr>
        <p:blipFill>
          <a:blip r:embed="rId1"/>
          <a:stretch/>
        </p:blipFill>
        <p:spPr>
          <a:xfrm>
            <a:off x="4092480" y="627480"/>
            <a:ext cx="3314520" cy="1114200"/>
          </a:xfrm>
          <a:prstGeom prst="rect">
            <a:avLst/>
          </a:prstGeom>
          <a:ln>
            <a:noFill/>
          </a:ln>
        </p:spPr>
      </p:pic>
      <p:sp>
        <p:nvSpPr>
          <p:cNvPr id="292" name="CustomShape 23"/>
          <p:cNvSpPr/>
          <p:nvPr/>
        </p:nvSpPr>
        <p:spPr>
          <a:xfrm>
            <a:off x="7306920" y="5540760"/>
            <a:ext cx="816840" cy="680040"/>
          </a:xfrm>
          <a:prstGeom prst="ellipse">
            <a:avLst/>
          </a:prstGeom>
          <a:noFill/>
          <a:ln>
            <a:solidFill>
              <a:schemeClr val="accent4">
                <a:lumMod val="20000"/>
                <a:lumOff val="80000"/>
              </a:schemeClr>
            </a:solidFill>
          </a:ln>
        </p:spPr>
        <p:style>
          <a:lnRef idx="2">
            <a:schemeClr val="accent6"/>
          </a:lnRef>
          <a:fillRef idx="1">
            <a:schemeClr val="lt1"/>
          </a:fillRef>
          <a:effectRef idx="0">
            <a:schemeClr val="accent6"/>
          </a:effectRef>
          <a:fontRef idx="minor"/>
        </p:style>
      </p:sp>
      <p:sp>
        <p:nvSpPr>
          <p:cNvPr id="293" name="CustomShape 24"/>
          <p:cNvSpPr/>
          <p:nvPr/>
        </p:nvSpPr>
        <p:spPr>
          <a:xfrm>
            <a:off x="9131760" y="3602520"/>
            <a:ext cx="816840" cy="680040"/>
          </a:xfrm>
          <a:prstGeom prst="ellipse">
            <a:avLst/>
          </a:prstGeom>
          <a:noFill/>
          <a:ln>
            <a:solidFill>
              <a:schemeClr val="accent4">
                <a:lumMod val="20000"/>
                <a:lumOff val="80000"/>
              </a:schemeClr>
            </a:solidFill>
          </a:ln>
        </p:spPr>
        <p:style>
          <a:lnRef idx="2">
            <a:schemeClr val="accent6"/>
          </a:lnRef>
          <a:fillRef idx="1">
            <a:schemeClr val="lt1"/>
          </a:fillRef>
          <a:effectRef idx="0">
            <a:schemeClr val="accent6"/>
          </a:effectRef>
          <a:fontRef idx="minor"/>
        </p:style>
      </p:sp>
      <p:sp>
        <p:nvSpPr>
          <p:cNvPr id="294" name="CustomShape 25"/>
          <p:cNvSpPr/>
          <p:nvPr/>
        </p:nvSpPr>
        <p:spPr>
          <a:xfrm>
            <a:off x="9199080" y="5132160"/>
            <a:ext cx="816840" cy="680040"/>
          </a:xfrm>
          <a:prstGeom prst="ellipse">
            <a:avLst/>
          </a:prstGeom>
          <a:noFill/>
          <a:ln>
            <a:solidFill>
              <a:schemeClr val="accent4">
                <a:lumMod val="20000"/>
                <a:lumOff val="80000"/>
              </a:schemeClr>
            </a:solidFill>
          </a:ln>
        </p:spPr>
        <p:style>
          <a:lnRef idx="2">
            <a:schemeClr val="accent6"/>
          </a:lnRef>
          <a:fillRef idx="1">
            <a:schemeClr val="lt1"/>
          </a:fillRef>
          <a:effectRef idx="0">
            <a:schemeClr val="accent6"/>
          </a:effectRef>
          <a:fontRef idx="minor"/>
        </p:style>
      </p:sp>
      <p:sp>
        <p:nvSpPr>
          <p:cNvPr id="295" name="CustomShape 26"/>
          <p:cNvSpPr/>
          <p:nvPr/>
        </p:nvSpPr>
        <p:spPr>
          <a:xfrm>
            <a:off x="7191360" y="3017520"/>
            <a:ext cx="816840" cy="680040"/>
          </a:xfrm>
          <a:prstGeom prst="ellipse">
            <a:avLst/>
          </a:prstGeom>
          <a:noFill/>
          <a:ln>
            <a:solidFill>
              <a:schemeClr val="accent4">
                <a:lumMod val="20000"/>
                <a:lumOff val="80000"/>
              </a:schemeClr>
            </a:solidFill>
          </a:ln>
        </p:spPr>
        <p:style>
          <a:lnRef idx="2">
            <a:schemeClr val="accent6"/>
          </a:lnRef>
          <a:fillRef idx="1">
            <a:schemeClr val="lt1"/>
          </a:fillRef>
          <a:effectRef idx="0">
            <a:schemeClr val="accent6"/>
          </a:effectRef>
          <a:fontRef idx="minor"/>
        </p:style>
      </p:sp>
      <p:sp>
        <p:nvSpPr>
          <p:cNvPr id="296" name="Line 27"/>
          <p:cNvSpPr/>
          <p:nvPr/>
        </p:nvSpPr>
        <p:spPr>
          <a:xfrm>
            <a:off x="7599960" y="3697560"/>
            <a:ext cx="90720" cy="1887120"/>
          </a:xfrm>
          <a:prstGeom prst="line">
            <a:avLst/>
          </a:prstGeom>
          <a:ln w="76320">
            <a:solidFill>
              <a:srgbClr val="ff0000"/>
            </a:solidFill>
          </a:ln>
        </p:spPr>
        <p:style>
          <a:lnRef idx="3">
            <a:schemeClr val="accent5"/>
          </a:lnRef>
          <a:fillRef idx="0">
            <a:schemeClr val="accent5"/>
          </a:fillRef>
          <a:effectRef idx="2">
            <a:schemeClr val="accent5"/>
          </a:effectRef>
          <a:fontRef idx="minor"/>
        </p:style>
      </p:sp>
      <p:sp>
        <p:nvSpPr>
          <p:cNvPr id="297" name="CustomShape 28"/>
          <p:cNvSpPr/>
          <p:nvPr/>
        </p:nvSpPr>
        <p:spPr>
          <a:xfrm>
            <a:off x="9205560" y="5143680"/>
            <a:ext cx="816840" cy="680040"/>
          </a:xfrm>
          <a:prstGeom prst="ellipse">
            <a:avLst/>
          </a:prstGeom>
          <a:noFill/>
          <a:ln>
            <a:solidFill>
              <a:schemeClr val="accent4">
                <a:lumMod val="20000"/>
                <a:lumOff val="80000"/>
              </a:schemeClr>
            </a:solidFill>
          </a:ln>
        </p:spPr>
        <p:style>
          <a:lnRef idx="2">
            <a:schemeClr val="accent6"/>
          </a:lnRef>
          <a:fillRef idx="1">
            <a:schemeClr val="lt1"/>
          </a:fillRef>
          <a:effectRef idx="0">
            <a:schemeClr val="accent6"/>
          </a:effectRef>
          <a:fontRef idx="minor"/>
        </p:style>
      </p:sp>
      <p:sp>
        <p:nvSpPr>
          <p:cNvPr id="298" name="Line 29"/>
          <p:cNvSpPr/>
          <p:nvPr/>
        </p:nvSpPr>
        <p:spPr>
          <a:xfrm>
            <a:off x="7960680" y="3315960"/>
            <a:ext cx="1238400" cy="512280"/>
          </a:xfrm>
          <a:prstGeom prst="line">
            <a:avLst/>
          </a:prstGeom>
          <a:ln w="76320">
            <a:solidFill>
              <a:srgbClr val="ff0000"/>
            </a:solidFill>
          </a:ln>
        </p:spPr>
        <p:style>
          <a:lnRef idx="3">
            <a:schemeClr val="accent5"/>
          </a:lnRef>
          <a:fillRef idx="0">
            <a:schemeClr val="accent5"/>
          </a:fillRef>
          <a:effectRef idx="2">
            <a:schemeClr val="accent5"/>
          </a:effectRef>
          <a:fontRef idx="minor"/>
        </p:style>
      </p:sp>
      <p:sp>
        <p:nvSpPr>
          <p:cNvPr id="299" name="CustomShape 30"/>
          <p:cNvSpPr/>
          <p:nvPr/>
        </p:nvSpPr>
        <p:spPr>
          <a:xfrm>
            <a:off x="5609520" y="4329000"/>
            <a:ext cx="816840" cy="680040"/>
          </a:xfrm>
          <a:prstGeom prst="ellipse">
            <a:avLst/>
          </a:prstGeom>
          <a:noFill/>
          <a:ln>
            <a:solidFill>
              <a:schemeClr val="accent4">
                <a:lumMod val="20000"/>
                <a:lumOff val="80000"/>
              </a:schemeClr>
            </a:solidFill>
          </a:ln>
        </p:spPr>
        <p:style>
          <a:lnRef idx="2">
            <a:schemeClr val="accent6"/>
          </a:lnRef>
          <a:fillRef idx="1">
            <a:schemeClr val="lt1"/>
          </a:fillRef>
          <a:effectRef idx="0">
            <a:schemeClr val="accent6"/>
          </a:effectRef>
          <a:fontRef idx="minor"/>
        </p:style>
      </p:sp>
      <p:sp>
        <p:nvSpPr>
          <p:cNvPr id="300" name="Line 31"/>
          <p:cNvSpPr/>
          <p:nvPr/>
        </p:nvSpPr>
        <p:spPr>
          <a:xfrm flipH="1">
            <a:off x="9540000" y="4299480"/>
            <a:ext cx="24840" cy="901080"/>
          </a:xfrm>
          <a:prstGeom prst="line">
            <a:avLst/>
          </a:prstGeom>
          <a:ln w="76320">
            <a:solidFill>
              <a:srgbClr val="ff0000"/>
            </a:solidFill>
          </a:ln>
        </p:spPr>
        <p:style>
          <a:lnRef idx="3">
            <a:schemeClr val="accent5"/>
          </a:lnRef>
          <a:fillRef idx="0">
            <a:schemeClr val="accent5"/>
          </a:fillRef>
          <a:effectRef idx="2">
            <a:schemeClr val="accent5"/>
          </a:effectRef>
          <a:fontRef idx="minor"/>
        </p:style>
      </p:sp>
      <p:sp>
        <p:nvSpPr>
          <p:cNvPr id="301" name="Line 32"/>
          <p:cNvSpPr/>
          <p:nvPr/>
        </p:nvSpPr>
        <p:spPr>
          <a:xfrm>
            <a:off x="6355800" y="4825440"/>
            <a:ext cx="2849400" cy="658080"/>
          </a:xfrm>
          <a:prstGeom prst="line">
            <a:avLst/>
          </a:prstGeom>
          <a:ln w="76320">
            <a:solidFill>
              <a:srgbClr val="ff0000"/>
            </a:solidFill>
          </a:ln>
        </p:spPr>
        <p:style>
          <a:lnRef idx="3">
            <a:schemeClr val="accent5"/>
          </a:lnRef>
          <a:fillRef idx="0">
            <a:schemeClr val="accent5"/>
          </a:fillRef>
          <a:effectRef idx="2">
            <a:schemeClr val="accent5"/>
          </a:effectRef>
          <a:fontRef idx="minor"/>
        </p:style>
      </p:sp>
      <p:sp>
        <p:nvSpPr>
          <p:cNvPr id="302" name="CustomShape 33"/>
          <p:cNvSpPr/>
          <p:nvPr/>
        </p:nvSpPr>
        <p:spPr>
          <a:xfrm>
            <a:off x="7928280" y="326880"/>
            <a:ext cx="4323960" cy="228420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ffffff"/>
                </a:solidFill>
                <a:latin typeface="Gill Sans MT"/>
              </a:rPr>
              <a:t>Time Complexity: O(n^2*k*(n-k</a:t>
            </a:r>
            <a:r>
              <a:rPr b="0" lang="en-US" sz="1800" spc="-1" strike="noStrike" u="sng">
                <a:solidFill>
                  <a:srgbClr val="ffffff"/>
                </a:solidFill>
                <a:uFillTx/>
                <a:latin typeface="Gill Sans MT"/>
              </a:rPr>
              <a:t>))</a:t>
            </a:r>
            <a:endParaRPr b="0" lang="en-US" sz="1800" spc="-1" strike="noStrike">
              <a:latin typeface="Arial"/>
            </a:endParaRPr>
          </a:p>
          <a:p>
            <a:pPr>
              <a:lnSpc>
                <a:spcPct val="100000"/>
              </a:lnSpc>
            </a:pPr>
            <a:r>
              <a:rPr b="0" lang="en-US" sz="1800" spc="-1" strike="noStrike">
                <a:solidFill>
                  <a:srgbClr val="ffffff"/>
                </a:solidFill>
                <a:latin typeface="Gill Sans MT"/>
              </a:rPr>
              <a:t> </a:t>
            </a:r>
            <a:r>
              <a:rPr b="0" lang="en-US" sz="1800" spc="-1" strike="noStrike">
                <a:solidFill>
                  <a:srgbClr val="ffffff"/>
                </a:solidFill>
                <a:latin typeface="Gill Sans MT"/>
              </a:rPr>
              <a:t>n is the number of nodes</a:t>
            </a:r>
            <a:endParaRPr b="0" lang="en-US" sz="1800" spc="-1" strike="noStrike">
              <a:latin typeface="Arial"/>
            </a:endParaRPr>
          </a:p>
          <a:p>
            <a:pPr>
              <a:lnSpc>
                <a:spcPct val="100000"/>
              </a:lnSpc>
            </a:pPr>
            <a:r>
              <a:rPr b="0" lang="en-US" sz="1800" spc="-1" strike="noStrike">
                <a:solidFill>
                  <a:srgbClr val="ffffff"/>
                </a:solidFill>
                <a:latin typeface="Gill Sans MT"/>
              </a:rPr>
              <a:t> </a:t>
            </a:r>
            <a:r>
              <a:rPr b="0" lang="en-US" sz="1800" spc="-1" strike="noStrike">
                <a:solidFill>
                  <a:srgbClr val="ffffff"/>
                </a:solidFill>
                <a:latin typeface="Gill Sans MT"/>
              </a:rPr>
              <a:t>k is the number of iterations or swaps</a:t>
            </a:r>
            <a:endParaRPr b="0" lang="en-US" sz="1800" spc="-1" strike="noStrike">
              <a:latin typeface="Arial"/>
            </a:endParaRPr>
          </a:p>
          <a:p>
            <a:pPr>
              <a:lnSpc>
                <a:spcPct val="100000"/>
              </a:lnSpc>
            </a:pPr>
            <a:endParaRPr b="0" lang="en-US" sz="1800" spc="-1" strike="noStrike">
              <a:latin typeface="Arial"/>
            </a:endParaRPr>
          </a:p>
          <a:p>
            <a:pPr>
              <a:lnSpc>
                <a:spcPct val="100000"/>
              </a:lnSpc>
            </a:pPr>
            <a:r>
              <a:rPr b="0" lang="en-US" sz="1800" spc="-1" strike="noStrike">
                <a:solidFill>
                  <a:srgbClr val="ffffff"/>
                </a:solidFill>
                <a:latin typeface="Gill Sans MT"/>
              </a:rPr>
              <a:t>Space Complexity: O(n)</a:t>
            </a:r>
            <a:endParaRPr b="0" lang="en-US" sz="1800" spc="-1" strike="noStrike">
              <a:latin typeface="Arial"/>
            </a:endParaRPr>
          </a:p>
          <a:p>
            <a:pPr>
              <a:lnSpc>
                <a:spcPct val="100000"/>
              </a:lnSpc>
            </a:pPr>
            <a:r>
              <a:rPr b="0" lang="en-US" sz="1800" spc="-1" strike="noStrike">
                <a:solidFill>
                  <a:srgbClr val="ffffff"/>
                </a:solidFill>
                <a:latin typeface="Gill Sans MT"/>
              </a:rPr>
              <a:t>Requires storing the current path and the visited status</a:t>
            </a:r>
            <a:endParaRPr b="0" lang="en-US" sz="1800" spc="-1" strike="noStrike">
              <a:latin typeface="Arial"/>
            </a:endParaRPr>
          </a:p>
        </p:txBody>
      </p:sp>
    </p:spTree>
  </p:cSld>
  <mc:AlternateContent>
    <mc:Choice Requires="p14">
      <p:transition spd="slow" p14:dur="2000"/>
    </mc:Choice>
    <mc:Fallback>
      <p:transition spd="slow"/>
    </mc:Fallback>
  </mc:AlternateContent>
  <p:timing>
    <p:tnLst>
      <p:par>
        <p:cTn id="190" dur="indefinite" restart="never" nodeType="tmRoot">
          <p:childTnLst>
            <p:seq>
              <p:cTn id="191" dur="indefinite" nodeType="mainSeq">
                <p:childTnLst>
                  <p:par>
                    <p:cTn id="192" fill="hold">
                      <p:stCondLst>
                        <p:cond delay="indefinite"/>
                      </p:stCondLst>
                      <p:childTnLst>
                        <p:par>
                          <p:cTn id="193" fill="hold">
                            <p:stCondLst>
                              <p:cond delay="0"/>
                            </p:stCondLst>
                            <p:childTnLst>
                              <p:par>
                                <p:cTn id="194" nodeType="clickEffect" fill="hold" presetClass="exit" presetID="22" presetSubtype="4">
                                  <p:stCondLst>
                                    <p:cond delay="0"/>
                                  </p:stCondLst>
                                  <p:childTnLst>
                                    <p:animEffect filter="wipe(down)" transition="out">
                                      <p:cBhvr additive="repl">
                                        <p:cTn id="195" dur="500"/>
                                        <p:tgtEl>
                                          <p:spTgt spid="281"/>
                                        </p:tgtEl>
                                      </p:cBhvr>
                                    </p:animEffect>
                                    <p:set>
                                      <p:cBhvr>
                                        <p:cTn id="196" dur="1" fill="hold">
                                          <p:stCondLst>
                                            <p:cond delay="499"/>
                                          </p:stCondLst>
                                        </p:cTn>
                                        <p:tgtEl>
                                          <p:spTgt spid="281"/>
                                        </p:tgtEl>
                                        <p:attrNameLst>
                                          <p:attrName>style.visibility</p:attrName>
                                        </p:attrNameLst>
                                      </p:cBhvr>
                                      <p:to>
                                        <p:strVal val="hidden"/>
                                      </p:to>
                                    </p:set>
                                  </p:childTnLst>
                                </p:cTn>
                              </p:par>
                            </p:childTnLst>
                          </p:cTn>
                        </p:par>
                      </p:childTnLst>
                    </p:cTn>
                  </p:par>
                  <p:par>
                    <p:cTn id="197" fill="hold">
                      <p:stCondLst>
                        <p:cond delay="indefinite"/>
                      </p:stCondLst>
                      <p:childTnLst>
                        <p:par>
                          <p:cTn id="198" fill="hold">
                            <p:stCondLst>
                              <p:cond delay="0"/>
                            </p:stCondLst>
                            <p:childTnLst>
                              <p:par>
                                <p:cTn id="199" nodeType="clickEffect" fill="hold" presetClass="exit" presetID="22" presetSubtype="4">
                                  <p:stCondLst>
                                    <p:cond delay="0"/>
                                  </p:stCondLst>
                                  <p:childTnLst>
                                    <p:animEffect filter="wipe(down)" transition="out">
                                      <p:cBhvr additive="repl">
                                        <p:cTn id="200" dur="500"/>
                                        <p:tgtEl>
                                          <p:spTgt spid="285"/>
                                        </p:tgtEl>
                                      </p:cBhvr>
                                    </p:animEffect>
                                    <p:set>
                                      <p:cBhvr>
                                        <p:cTn id="201" dur="1" fill="hold">
                                          <p:stCondLst>
                                            <p:cond delay="499"/>
                                          </p:stCondLst>
                                        </p:cTn>
                                        <p:tgtEl>
                                          <p:spTgt spid="285"/>
                                        </p:tgtEl>
                                        <p:attrNameLst>
                                          <p:attrName>style.visibility</p:attrName>
                                        </p:attrNameLst>
                                      </p:cBhvr>
                                      <p:to>
                                        <p:strVal val="hidden"/>
                                      </p:to>
                                    </p:set>
                                  </p:childTnLst>
                                </p:cTn>
                              </p:par>
                            </p:childTnLst>
                          </p:cTn>
                        </p:par>
                      </p:childTnLst>
                    </p:cTn>
                  </p:par>
                  <p:par>
                    <p:cTn id="202" fill="hold">
                      <p:stCondLst>
                        <p:cond delay="indefinite"/>
                      </p:stCondLst>
                      <p:childTnLst>
                        <p:par>
                          <p:cTn id="203" fill="hold">
                            <p:stCondLst>
                              <p:cond delay="0"/>
                            </p:stCondLst>
                            <p:childTnLst>
                              <p:par>
                                <p:cTn id="204" nodeType="clickEffect" fill="hold" presetClass="entr" presetID="22" presetSubtype="4">
                                  <p:stCondLst>
                                    <p:cond delay="0"/>
                                  </p:stCondLst>
                                  <p:childTnLst>
                                    <p:set>
                                      <p:cBhvr>
                                        <p:cTn id="205" dur="1" fill="hold">
                                          <p:stCondLst>
                                            <p:cond delay="0"/>
                                          </p:stCondLst>
                                        </p:cTn>
                                        <p:tgtEl>
                                          <p:spTgt spid="292"/>
                                        </p:tgtEl>
                                        <p:attrNameLst>
                                          <p:attrName>style.visibility</p:attrName>
                                        </p:attrNameLst>
                                      </p:cBhvr>
                                      <p:to>
                                        <p:strVal val="visible"/>
                                      </p:to>
                                    </p:set>
                                    <p:animEffect filter="wipe(down)" transition="in">
                                      <p:cBhvr additive="repl">
                                        <p:cTn id="206" dur="500"/>
                                        <p:tgtEl>
                                          <p:spTgt spid="292"/>
                                        </p:tgtEl>
                                      </p:cBhvr>
                                    </p:animEffect>
                                  </p:childTnLst>
                                </p:cTn>
                              </p:par>
                            </p:childTnLst>
                          </p:cTn>
                        </p:par>
                      </p:childTnLst>
                    </p:cTn>
                  </p:par>
                  <p:par>
                    <p:cTn id="207" fill="hold">
                      <p:stCondLst>
                        <p:cond delay="indefinite"/>
                      </p:stCondLst>
                      <p:childTnLst>
                        <p:par>
                          <p:cTn id="208" fill="hold">
                            <p:stCondLst>
                              <p:cond delay="0"/>
                            </p:stCondLst>
                            <p:childTnLst>
                              <p:par>
                                <p:cTn id="209" nodeType="clickEffect" fill="hold" presetClass="entr" presetID="22" presetSubtype="4">
                                  <p:stCondLst>
                                    <p:cond delay="0"/>
                                  </p:stCondLst>
                                  <p:childTnLst>
                                    <p:set>
                                      <p:cBhvr>
                                        <p:cTn id="210" dur="1" fill="hold">
                                          <p:stCondLst>
                                            <p:cond delay="0"/>
                                          </p:stCondLst>
                                        </p:cTn>
                                        <p:tgtEl>
                                          <p:spTgt spid="293"/>
                                        </p:tgtEl>
                                        <p:attrNameLst>
                                          <p:attrName>style.visibility</p:attrName>
                                        </p:attrNameLst>
                                      </p:cBhvr>
                                      <p:to>
                                        <p:strVal val="visible"/>
                                      </p:to>
                                    </p:set>
                                    <p:animEffect filter="wipe(down)" transition="in">
                                      <p:cBhvr additive="repl">
                                        <p:cTn id="211" dur="500"/>
                                        <p:tgtEl>
                                          <p:spTgt spid="293"/>
                                        </p:tgtEl>
                                      </p:cBhvr>
                                    </p:animEffect>
                                  </p:childTnLst>
                                </p:cTn>
                              </p:par>
                            </p:childTnLst>
                          </p:cTn>
                        </p:par>
                      </p:childTnLst>
                    </p:cTn>
                  </p:par>
                  <p:par>
                    <p:cTn id="212" fill="hold">
                      <p:stCondLst>
                        <p:cond delay="indefinite"/>
                      </p:stCondLst>
                      <p:childTnLst>
                        <p:par>
                          <p:cTn id="213" fill="hold">
                            <p:stCondLst>
                              <p:cond delay="0"/>
                            </p:stCondLst>
                            <p:childTnLst>
                              <p:par>
                                <p:cTn id="214" nodeType="clickEffect" fill="hold" presetClass="entr" presetID="22" presetSubtype="4">
                                  <p:stCondLst>
                                    <p:cond delay="0"/>
                                  </p:stCondLst>
                                  <p:childTnLst>
                                    <p:set>
                                      <p:cBhvr>
                                        <p:cTn id="215" dur="1" fill="hold">
                                          <p:stCondLst>
                                            <p:cond delay="0"/>
                                          </p:stCondLst>
                                        </p:cTn>
                                        <p:tgtEl>
                                          <p:spTgt spid="294"/>
                                        </p:tgtEl>
                                        <p:attrNameLst>
                                          <p:attrName>style.visibility</p:attrName>
                                        </p:attrNameLst>
                                      </p:cBhvr>
                                      <p:to>
                                        <p:strVal val="visible"/>
                                      </p:to>
                                    </p:set>
                                    <p:animEffect filter="wipe(down)" transition="in">
                                      <p:cBhvr additive="repl">
                                        <p:cTn id="216" dur="500"/>
                                        <p:tgtEl>
                                          <p:spTgt spid="294"/>
                                        </p:tgtEl>
                                      </p:cBhvr>
                                    </p:animEffect>
                                  </p:childTnLst>
                                </p:cTn>
                              </p:par>
                            </p:childTnLst>
                          </p:cTn>
                        </p:par>
                      </p:childTnLst>
                    </p:cTn>
                  </p:par>
                  <p:par>
                    <p:cTn id="217" fill="hold">
                      <p:stCondLst>
                        <p:cond delay="indefinite"/>
                      </p:stCondLst>
                      <p:childTnLst>
                        <p:par>
                          <p:cTn id="218" fill="hold">
                            <p:stCondLst>
                              <p:cond delay="0"/>
                            </p:stCondLst>
                            <p:childTnLst>
                              <p:par>
                                <p:cTn id="219" nodeType="clickEffect" fill="hold" presetClass="entr" presetID="22" presetSubtype="1">
                                  <p:stCondLst>
                                    <p:cond delay="0"/>
                                  </p:stCondLst>
                                  <p:childTnLst>
                                    <p:set>
                                      <p:cBhvr>
                                        <p:cTn id="220" dur="1" fill="hold">
                                          <p:stCondLst>
                                            <p:cond delay="0"/>
                                          </p:stCondLst>
                                        </p:cTn>
                                        <p:tgtEl>
                                          <p:spTgt spid="290"/>
                                        </p:tgtEl>
                                        <p:attrNameLst>
                                          <p:attrName>style.visibility</p:attrName>
                                        </p:attrNameLst>
                                      </p:cBhvr>
                                      <p:to>
                                        <p:strVal val="visible"/>
                                      </p:to>
                                    </p:set>
                                    <p:animEffect filter="wipe(up)" transition="in">
                                      <p:cBhvr additive="repl">
                                        <p:cTn id="221" dur="500"/>
                                        <p:tgtEl>
                                          <p:spTgt spid="290"/>
                                        </p:tgtEl>
                                      </p:cBhvr>
                                    </p:animEffect>
                                  </p:childTnLst>
                                </p:cTn>
                              </p:par>
                            </p:childTnLst>
                          </p:cTn>
                        </p:par>
                      </p:childTnLst>
                    </p:cTn>
                  </p:par>
                  <p:par>
                    <p:cTn id="222" fill="hold">
                      <p:stCondLst>
                        <p:cond delay="indefinite"/>
                      </p:stCondLst>
                      <p:childTnLst>
                        <p:par>
                          <p:cTn id="223" fill="hold">
                            <p:stCondLst>
                              <p:cond delay="0"/>
                            </p:stCondLst>
                            <p:childTnLst>
                              <p:par>
                                <p:cTn id="224" nodeType="clickEffect" fill="hold" presetClass="exit" presetID="22" presetSubtype="4">
                                  <p:stCondLst>
                                    <p:cond delay="0"/>
                                  </p:stCondLst>
                                  <p:childTnLst>
                                    <p:animEffect filter="wipe(down)" transition="out">
                                      <p:cBhvr additive="repl">
                                        <p:cTn id="225" dur="500"/>
                                        <p:tgtEl>
                                          <p:spTgt spid="292"/>
                                        </p:tgtEl>
                                      </p:cBhvr>
                                    </p:animEffect>
                                    <p:set>
                                      <p:cBhvr>
                                        <p:cTn id="226" dur="1" fill="hold">
                                          <p:stCondLst>
                                            <p:cond delay="499"/>
                                          </p:stCondLst>
                                        </p:cTn>
                                        <p:tgtEl>
                                          <p:spTgt spid="292"/>
                                        </p:tgtEl>
                                        <p:attrNameLst>
                                          <p:attrName>style.visibility</p:attrName>
                                        </p:attrNameLst>
                                      </p:cBhvr>
                                      <p:to>
                                        <p:strVal val="hidden"/>
                                      </p:to>
                                    </p:set>
                                  </p:childTnLst>
                                </p:cTn>
                              </p:par>
                            </p:childTnLst>
                          </p:cTn>
                        </p:par>
                      </p:childTnLst>
                    </p:cTn>
                  </p:par>
                  <p:par>
                    <p:cTn id="227" fill="hold">
                      <p:stCondLst>
                        <p:cond delay="indefinite"/>
                      </p:stCondLst>
                      <p:childTnLst>
                        <p:par>
                          <p:cTn id="228" fill="hold">
                            <p:stCondLst>
                              <p:cond delay="0"/>
                            </p:stCondLst>
                            <p:childTnLst>
                              <p:par>
                                <p:cTn id="229" nodeType="clickEffect" fill="hold" presetClass="exit" presetID="22" presetSubtype="4">
                                  <p:stCondLst>
                                    <p:cond delay="0"/>
                                  </p:stCondLst>
                                  <p:childTnLst>
                                    <p:animEffect filter="wipe(down)" transition="out">
                                      <p:cBhvr additive="repl">
                                        <p:cTn id="230" dur="500"/>
                                        <p:tgtEl>
                                          <p:spTgt spid="294"/>
                                        </p:tgtEl>
                                      </p:cBhvr>
                                    </p:animEffect>
                                    <p:set>
                                      <p:cBhvr>
                                        <p:cTn id="231" dur="1" fill="hold">
                                          <p:stCondLst>
                                            <p:cond delay="499"/>
                                          </p:stCondLst>
                                        </p:cTn>
                                        <p:tgtEl>
                                          <p:spTgt spid="294"/>
                                        </p:tgtEl>
                                        <p:attrNameLst>
                                          <p:attrName>style.visibility</p:attrName>
                                        </p:attrNameLst>
                                      </p:cBhvr>
                                      <p:to>
                                        <p:strVal val="hidden"/>
                                      </p:to>
                                    </p:set>
                                  </p:childTnLst>
                                </p:cTn>
                              </p:par>
                            </p:childTnLst>
                          </p:cTn>
                        </p:par>
                      </p:childTnLst>
                    </p:cTn>
                  </p:par>
                  <p:par>
                    <p:cTn id="232" fill="hold">
                      <p:stCondLst>
                        <p:cond delay="indefinite"/>
                      </p:stCondLst>
                      <p:childTnLst>
                        <p:par>
                          <p:cTn id="233" fill="hold">
                            <p:stCondLst>
                              <p:cond delay="0"/>
                            </p:stCondLst>
                            <p:childTnLst>
                              <p:par>
                                <p:cTn id="234" nodeType="clickEffect" fill="hold" presetClass="entr" presetID="22" presetSubtype="4">
                                  <p:stCondLst>
                                    <p:cond delay="0"/>
                                  </p:stCondLst>
                                  <p:childTnLst>
                                    <p:set>
                                      <p:cBhvr>
                                        <p:cTn id="235" dur="1" fill="hold">
                                          <p:stCondLst>
                                            <p:cond delay="0"/>
                                          </p:stCondLst>
                                        </p:cTn>
                                        <p:tgtEl>
                                          <p:spTgt spid="295"/>
                                        </p:tgtEl>
                                        <p:attrNameLst>
                                          <p:attrName>style.visibility</p:attrName>
                                        </p:attrNameLst>
                                      </p:cBhvr>
                                      <p:to>
                                        <p:strVal val="visible"/>
                                      </p:to>
                                    </p:set>
                                    <p:animEffect filter="wipe(down)" transition="in">
                                      <p:cBhvr additive="repl">
                                        <p:cTn id="236" dur="500"/>
                                        <p:tgtEl>
                                          <p:spTgt spid="295"/>
                                        </p:tgtEl>
                                      </p:cBhvr>
                                    </p:animEffect>
                                  </p:childTnLst>
                                </p:cTn>
                              </p:par>
                            </p:childTnLst>
                          </p:cTn>
                        </p:par>
                      </p:childTnLst>
                    </p:cTn>
                  </p:par>
                  <p:par>
                    <p:cTn id="237" fill="hold">
                      <p:stCondLst>
                        <p:cond delay="indefinite"/>
                      </p:stCondLst>
                      <p:childTnLst>
                        <p:par>
                          <p:cTn id="238" fill="hold">
                            <p:stCondLst>
                              <p:cond delay="0"/>
                            </p:stCondLst>
                            <p:childTnLst>
                              <p:par>
                                <p:cTn id="239" nodeType="clickEffect" fill="hold" presetClass="entr" presetID="22" presetSubtype="4">
                                  <p:stCondLst>
                                    <p:cond delay="0"/>
                                  </p:stCondLst>
                                  <p:childTnLst>
                                    <p:set>
                                      <p:cBhvr>
                                        <p:cTn id="240" dur="1" fill="hold">
                                          <p:stCondLst>
                                            <p:cond delay="0"/>
                                          </p:stCondLst>
                                        </p:cTn>
                                        <p:tgtEl>
                                          <p:spTgt spid="296"/>
                                        </p:tgtEl>
                                        <p:attrNameLst>
                                          <p:attrName>style.visibility</p:attrName>
                                        </p:attrNameLst>
                                      </p:cBhvr>
                                      <p:to>
                                        <p:strVal val="visible"/>
                                      </p:to>
                                    </p:set>
                                    <p:animEffect filter="wipe(down)" transition="in">
                                      <p:cBhvr additive="repl">
                                        <p:cTn id="241" dur="500"/>
                                        <p:tgtEl>
                                          <p:spTgt spid="296"/>
                                        </p:tgtEl>
                                      </p:cBhvr>
                                    </p:animEffect>
                                  </p:childTnLst>
                                </p:cTn>
                              </p:par>
                            </p:childTnLst>
                          </p:cTn>
                        </p:par>
                      </p:childTnLst>
                    </p:cTn>
                  </p:par>
                  <p:par>
                    <p:cTn id="242" fill="hold">
                      <p:stCondLst>
                        <p:cond delay="indefinite"/>
                      </p:stCondLst>
                      <p:childTnLst>
                        <p:par>
                          <p:cTn id="243" fill="hold">
                            <p:stCondLst>
                              <p:cond delay="0"/>
                            </p:stCondLst>
                            <p:childTnLst>
                              <p:par>
                                <p:cTn id="244" nodeType="clickEffect" fill="hold" presetClass="exit" presetID="22" presetSubtype="4">
                                  <p:stCondLst>
                                    <p:cond delay="0"/>
                                  </p:stCondLst>
                                  <p:childTnLst>
                                    <p:animEffect filter="wipe(down)" transition="out">
                                      <p:cBhvr additive="repl">
                                        <p:cTn id="245" dur="500"/>
                                        <p:tgtEl>
                                          <p:spTgt spid="295"/>
                                        </p:tgtEl>
                                      </p:cBhvr>
                                    </p:animEffect>
                                    <p:set>
                                      <p:cBhvr>
                                        <p:cTn id="246" dur="1" fill="hold">
                                          <p:stCondLst>
                                            <p:cond delay="499"/>
                                          </p:stCondLst>
                                        </p:cTn>
                                        <p:tgtEl>
                                          <p:spTgt spid="295"/>
                                        </p:tgtEl>
                                        <p:attrNameLst>
                                          <p:attrName>style.visibility</p:attrName>
                                        </p:attrNameLst>
                                      </p:cBhvr>
                                      <p:to>
                                        <p:strVal val="hidden"/>
                                      </p:to>
                                    </p:set>
                                  </p:childTnLst>
                                </p:cTn>
                              </p:par>
                            </p:childTnLst>
                          </p:cTn>
                        </p:par>
                      </p:childTnLst>
                    </p:cTn>
                  </p:par>
                  <p:par>
                    <p:cTn id="247" fill="hold">
                      <p:stCondLst>
                        <p:cond delay="indefinite"/>
                      </p:stCondLst>
                      <p:childTnLst>
                        <p:par>
                          <p:cTn id="248" fill="hold">
                            <p:stCondLst>
                              <p:cond delay="0"/>
                            </p:stCondLst>
                            <p:childTnLst>
                              <p:par>
                                <p:cTn id="249" nodeType="clickEffect" fill="hold" presetClass="entr" presetID="22" presetSubtype="4">
                                  <p:stCondLst>
                                    <p:cond delay="0"/>
                                  </p:stCondLst>
                                  <p:childTnLst>
                                    <p:set>
                                      <p:cBhvr>
                                        <p:cTn id="250" dur="1" fill="hold">
                                          <p:stCondLst>
                                            <p:cond delay="0"/>
                                          </p:stCondLst>
                                        </p:cTn>
                                        <p:tgtEl>
                                          <p:spTgt spid="297"/>
                                        </p:tgtEl>
                                        <p:attrNameLst>
                                          <p:attrName>style.visibility</p:attrName>
                                        </p:attrNameLst>
                                      </p:cBhvr>
                                      <p:to>
                                        <p:strVal val="visible"/>
                                      </p:to>
                                    </p:set>
                                    <p:animEffect filter="wipe(down)" transition="in">
                                      <p:cBhvr additive="repl">
                                        <p:cTn id="251" dur="500"/>
                                        <p:tgtEl>
                                          <p:spTgt spid="297"/>
                                        </p:tgtEl>
                                      </p:cBhvr>
                                    </p:animEffect>
                                  </p:childTnLst>
                                </p:cTn>
                              </p:par>
                            </p:childTnLst>
                          </p:cTn>
                        </p:par>
                      </p:childTnLst>
                    </p:cTn>
                  </p:par>
                  <p:par>
                    <p:cTn id="252" fill="hold">
                      <p:stCondLst>
                        <p:cond delay="indefinite"/>
                      </p:stCondLst>
                      <p:childTnLst>
                        <p:par>
                          <p:cTn id="253" fill="hold">
                            <p:stCondLst>
                              <p:cond delay="0"/>
                            </p:stCondLst>
                            <p:childTnLst>
                              <p:par>
                                <p:cTn id="254" nodeType="clickEffect" fill="hold" presetClass="entr" presetID="22" presetSubtype="1">
                                  <p:stCondLst>
                                    <p:cond delay="0"/>
                                  </p:stCondLst>
                                  <p:childTnLst>
                                    <p:set>
                                      <p:cBhvr>
                                        <p:cTn id="255" dur="1" fill="hold">
                                          <p:stCondLst>
                                            <p:cond delay="0"/>
                                          </p:stCondLst>
                                        </p:cTn>
                                        <p:tgtEl>
                                          <p:spTgt spid="298"/>
                                        </p:tgtEl>
                                        <p:attrNameLst>
                                          <p:attrName>style.visibility</p:attrName>
                                        </p:attrNameLst>
                                      </p:cBhvr>
                                      <p:to>
                                        <p:strVal val="visible"/>
                                      </p:to>
                                    </p:set>
                                    <p:animEffect filter="wipe(up)" transition="in">
                                      <p:cBhvr additive="repl">
                                        <p:cTn id="256" dur="500"/>
                                        <p:tgtEl>
                                          <p:spTgt spid="298"/>
                                        </p:tgtEl>
                                      </p:cBhvr>
                                    </p:animEffect>
                                  </p:childTnLst>
                                </p:cTn>
                              </p:par>
                            </p:childTnLst>
                          </p:cTn>
                        </p:par>
                      </p:childTnLst>
                    </p:cTn>
                  </p:par>
                  <p:par>
                    <p:cTn id="257" fill="hold">
                      <p:stCondLst>
                        <p:cond delay="indefinite"/>
                      </p:stCondLst>
                      <p:childTnLst>
                        <p:par>
                          <p:cTn id="258" fill="hold">
                            <p:stCondLst>
                              <p:cond delay="0"/>
                            </p:stCondLst>
                            <p:childTnLst>
                              <p:par>
                                <p:cTn id="259" nodeType="clickEffect" fill="hold" presetClass="exit" presetID="22" presetSubtype="4">
                                  <p:stCondLst>
                                    <p:cond delay="0"/>
                                  </p:stCondLst>
                                  <p:childTnLst>
                                    <p:animEffect filter="wipe(down)" transition="out">
                                      <p:cBhvr additive="repl">
                                        <p:cTn id="260" dur="500"/>
                                        <p:tgtEl>
                                          <p:spTgt spid="293"/>
                                        </p:tgtEl>
                                      </p:cBhvr>
                                    </p:animEffect>
                                    <p:set>
                                      <p:cBhvr>
                                        <p:cTn id="261" dur="1" fill="hold">
                                          <p:stCondLst>
                                            <p:cond delay="499"/>
                                          </p:stCondLst>
                                        </p:cTn>
                                        <p:tgtEl>
                                          <p:spTgt spid="293"/>
                                        </p:tgtEl>
                                        <p:attrNameLst>
                                          <p:attrName>style.visibility</p:attrName>
                                        </p:attrNameLst>
                                      </p:cBhvr>
                                      <p:to>
                                        <p:strVal val="hidden"/>
                                      </p:to>
                                    </p:set>
                                  </p:childTnLst>
                                </p:cTn>
                              </p:par>
                            </p:childTnLst>
                          </p:cTn>
                        </p:par>
                      </p:childTnLst>
                    </p:cTn>
                  </p:par>
                  <p:par>
                    <p:cTn id="262" fill="hold">
                      <p:stCondLst>
                        <p:cond delay="indefinite"/>
                      </p:stCondLst>
                      <p:childTnLst>
                        <p:par>
                          <p:cTn id="263" fill="hold">
                            <p:stCondLst>
                              <p:cond delay="0"/>
                            </p:stCondLst>
                            <p:childTnLst>
                              <p:par>
                                <p:cTn id="264" nodeType="clickEffect" fill="hold" presetClass="entr" presetID="22" presetSubtype="4">
                                  <p:stCondLst>
                                    <p:cond delay="0"/>
                                  </p:stCondLst>
                                  <p:childTnLst>
                                    <p:set>
                                      <p:cBhvr>
                                        <p:cTn id="265" dur="1" fill="hold">
                                          <p:stCondLst>
                                            <p:cond delay="0"/>
                                          </p:stCondLst>
                                        </p:cTn>
                                        <p:tgtEl>
                                          <p:spTgt spid="299"/>
                                        </p:tgtEl>
                                        <p:attrNameLst>
                                          <p:attrName>style.visibility</p:attrName>
                                        </p:attrNameLst>
                                      </p:cBhvr>
                                      <p:to>
                                        <p:strVal val="visible"/>
                                      </p:to>
                                    </p:set>
                                    <p:animEffect filter="wipe(down)" transition="in">
                                      <p:cBhvr additive="repl">
                                        <p:cTn id="266" dur="500"/>
                                        <p:tgtEl>
                                          <p:spTgt spid="299"/>
                                        </p:tgtEl>
                                      </p:cBhvr>
                                    </p:animEffect>
                                  </p:childTnLst>
                                </p:cTn>
                              </p:par>
                            </p:childTnLst>
                          </p:cTn>
                        </p:par>
                      </p:childTnLst>
                    </p:cTn>
                  </p:par>
                  <p:par>
                    <p:cTn id="267" fill="hold">
                      <p:stCondLst>
                        <p:cond delay="indefinite"/>
                      </p:stCondLst>
                      <p:childTnLst>
                        <p:par>
                          <p:cTn id="268" fill="hold">
                            <p:stCondLst>
                              <p:cond delay="0"/>
                            </p:stCondLst>
                            <p:childTnLst>
                              <p:par>
                                <p:cTn id="269" nodeType="clickEffect" fill="hold" presetClass="entr" presetID="22" presetSubtype="1">
                                  <p:stCondLst>
                                    <p:cond delay="0"/>
                                  </p:stCondLst>
                                  <p:childTnLst>
                                    <p:set>
                                      <p:cBhvr>
                                        <p:cTn id="270" dur="1" fill="hold">
                                          <p:stCondLst>
                                            <p:cond delay="0"/>
                                          </p:stCondLst>
                                        </p:cTn>
                                        <p:tgtEl>
                                          <p:spTgt spid="300"/>
                                        </p:tgtEl>
                                        <p:attrNameLst>
                                          <p:attrName>style.visibility</p:attrName>
                                        </p:attrNameLst>
                                      </p:cBhvr>
                                      <p:to>
                                        <p:strVal val="visible"/>
                                      </p:to>
                                    </p:set>
                                    <p:animEffect filter="wipe(up)" transition="in">
                                      <p:cBhvr additive="repl">
                                        <p:cTn id="271" dur="500"/>
                                        <p:tgtEl>
                                          <p:spTgt spid="300"/>
                                        </p:tgtEl>
                                      </p:cBhvr>
                                    </p:animEffect>
                                  </p:childTnLst>
                                </p:cTn>
                              </p:par>
                            </p:childTnLst>
                          </p:cTn>
                        </p:par>
                      </p:childTnLst>
                    </p:cTn>
                  </p:par>
                  <p:par>
                    <p:cTn id="272" fill="hold">
                      <p:stCondLst>
                        <p:cond delay="indefinite"/>
                      </p:stCondLst>
                      <p:childTnLst>
                        <p:par>
                          <p:cTn id="273" fill="hold">
                            <p:stCondLst>
                              <p:cond delay="0"/>
                            </p:stCondLst>
                            <p:childTnLst>
                              <p:par>
                                <p:cTn id="274" nodeType="clickEffect" fill="hold" presetClass="exit" presetID="22" presetSubtype="4">
                                  <p:stCondLst>
                                    <p:cond delay="0"/>
                                  </p:stCondLst>
                                  <p:childTnLst>
                                    <p:animEffect filter="wipe(down)" transition="out">
                                      <p:cBhvr additive="repl">
                                        <p:cTn id="275" dur="500"/>
                                        <p:tgtEl>
                                          <p:spTgt spid="297"/>
                                        </p:tgtEl>
                                      </p:cBhvr>
                                    </p:animEffect>
                                    <p:set>
                                      <p:cBhvr>
                                        <p:cTn id="276" dur="1" fill="hold">
                                          <p:stCondLst>
                                            <p:cond delay="499"/>
                                          </p:stCondLst>
                                        </p:cTn>
                                        <p:tgtEl>
                                          <p:spTgt spid="297"/>
                                        </p:tgtEl>
                                        <p:attrNameLst>
                                          <p:attrName>style.visibility</p:attrName>
                                        </p:attrNameLst>
                                      </p:cBhvr>
                                      <p:to>
                                        <p:strVal val="hidden"/>
                                      </p:to>
                                    </p:set>
                                  </p:childTnLst>
                                </p:cTn>
                              </p:par>
                            </p:childTnLst>
                          </p:cTn>
                        </p:par>
                      </p:childTnLst>
                    </p:cTn>
                  </p:par>
                  <p:par>
                    <p:cTn id="277" fill="hold">
                      <p:stCondLst>
                        <p:cond delay="indefinite"/>
                      </p:stCondLst>
                      <p:childTnLst>
                        <p:par>
                          <p:cTn id="278" fill="hold">
                            <p:stCondLst>
                              <p:cond delay="0"/>
                            </p:stCondLst>
                            <p:childTnLst>
                              <p:par>
                                <p:cTn id="279" nodeType="clickEffect" fill="hold" presetClass="entr" presetID="22" presetSubtype="4">
                                  <p:stCondLst>
                                    <p:cond delay="0"/>
                                  </p:stCondLst>
                                  <p:childTnLst>
                                    <p:set>
                                      <p:cBhvr>
                                        <p:cTn id="280" dur="1" fill="hold">
                                          <p:stCondLst>
                                            <p:cond delay="0"/>
                                          </p:stCondLst>
                                        </p:cTn>
                                        <p:tgtEl>
                                          <p:spTgt spid="301"/>
                                        </p:tgtEl>
                                        <p:attrNameLst>
                                          <p:attrName>style.visibility</p:attrName>
                                        </p:attrNameLst>
                                      </p:cBhvr>
                                      <p:to>
                                        <p:strVal val="visible"/>
                                      </p:to>
                                    </p:set>
                                    <p:animEffect filter="wipe(down)" transition="in">
                                      <p:cBhvr additive="repl">
                                        <p:cTn id="281" dur="500"/>
                                        <p:tgtEl>
                                          <p:spTgt spid="301"/>
                                        </p:tgtEl>
                                      </p:cBhvr>
                                    </p:animEffect>
                                  </p:childTnLst>
                                </p:cTn>
                              </p:par>
                            </p:childTnLst>
                          </p:cTn>
                        </p:par>
                      </p:childTnLst>
                    </p:cTn>
                  </p:par>
                  <p:par>
                    <p:cTn id="282" fill="hold">
                      <p:stCondLst>
                        <p:cond delay="indefinite"/>
                      </p:stCondLst>
                      <p:childTnLst>
                        <p:par>
                          <p:cTn id="283" fill="hold">
                            <p:stCondLst>
                              <p:cond delay="0"/>
                            </p:stCondLst>
                            <p:childTnLst>
                              <p:par>
                                <p:cTn id="284" nodeType="clickEffect" fill="hold" presetClass="exit" presetID="22" presetSubtype="4">
                                  <p:stCondLst>
                                    <p:cond delay="0"/>
                                  </p:stCondLst>
                                  <p:childTnLst>
                                    <p:animEffect filter="wipe(down)" transition="out">
                                      <p:cBhvr additive="repl">
                                        <p:cTn id="285" dur="500"/>
                                        <p:tgtEl>
                                          <p:spTgt spid="299"/>
                                        </p:tgtEl>
                                      </p:cBhvr>
                                    </p:animEffect>
                                    <p:set>
                                      <p:cBhvr>
                                        <p:cTn id="286" dur="1" fill="hold">
                                          <p:stCondLst>
                                            <p:cond delay="499"/>
                                          </p:stCondLst>
                                        </p:cTn>
                                        <p:tgtEl>
                                          <p:spTgt spid="29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TextShape 1"/>
          <p:cNvSpPr txBox="1"/>
          <p:nvPr/>
        </p:nvSpPr>
        <p:spPr>
          <a:xfrm>
            <a:off x="91440" y="91440"/>
            <a:ext cx="3565800" cy="1554480"/>
          </a:xfrm>
          <a:prstGeom prst="rect">
            <a:avLst/>
          </a:prstGeom>
          <a:noFill/>
          <a:ln>
            <a:noFill/>
          </a:ln>
        </p:spPr>
        <p:txBody>
          <a:bodyPr lIns="0" rIns="0" tIns="0" bIns="0" anchor="b">
            <a:noAutofit/>
          </a:bodyPr>
          <a:p>
            <a:pPr>
              <a:lnSpc>
                <a:spcPct val="90000"/>
              </a:lnSpc>
            </a:pPr>
            <a:r>
              <a:rPr b="0" lang="en-US" sz="4000" spc="-1" strike="noStrike">
                <a:solidFill>
                  <a:srgbClr val="ffffff"/>
                </a:solidFill>
                <a:latin typeface="Walbaum Display"/>
              </a:rPr>
              <a:t>Nearest neighbor Heuristic</a:t>
            </a:r>
            <a:endParaRPr b="0" lang="en-US" sz="4000" spc="-1" strike="noStrike">
              <a:solidFill>
                <a:srgbClr val="ffffff"/>
              </a:solidFill>
              <a:latin typeface="Gill Sans MT"/>
            </a:endParaRPr>
          </a:p>
        </p:txBody>
      </p:sp>
      <p:sp>
        <p:nvSpPr>
          <p:cNvPr id="304" name="TextShape 2"/>
          <p:cNvSpPr txBox="1"/>
          <p:nvPr/>
        </p:nvSpPr>
        <p:spPr>
          <a:xfrm>
            <a:off x="0" y="1554480"/>
            <a:ext cx="3565080" cy="4147200"/>
          </a:xfrm>
          <a:prstGeom prst="rect">
            <a:avLst/>
          </a:prstGeom>
          <a:noFill/>
          <a:ln>
            <a:noFill/>
          </a:ln>
        </p:spPr>
        <p:txBody>
          <a:bodyPr lIns="0" rIns="0" tIns="0" bIns="0">
            <a:noAutofit/>
          </a:bodyPr>
          <a:p>
            <a:pPr marL="228600" indent="-228240">
              <a:lnSpc>
                <a:spcPct val="110000"/>
              </a:lnSpc>
              <a:spcBef>
                <a:spcPts val="1001"/>
              </a:spcBef>
              <a:spcAft>
                <a:spcPts val="799"/>
              </a:spcAft>
              <a:tabLst>
                <a:tab algn="l" pos="0"/>
              </a:tabLst>
            </a:pPr>
            <a:r>
              <a:rPr b="0" lang="en-US" sz="2000" spc="-1" strike="noStrike">
                <a:solidFill>
                  <a:srgbClr val="d1d5db"/>
                </a:solidFill>
                <a:latin typeface="Söhne"/>
              </a:rPr>
              <a:t>	</a:t>
            </a:r>
            <a:r>
              <a:rPr b="0" lang="en-US" sz="2000" spc="-1" strike="noStrike">
                <a:solidFill>
                  <a:srgbClr val="d1d5db"/>
                </a:solidFill>
                <a:latin typeface="Söhne"/>
              </a:rPr>
              <a:t>The Nearest Neighbor algorithm is a simple and efficient heuristic approach used to find an approximate solution for the Traveling Salesman Problem (TSP). It starts with an arbitrary node and repeatedly selects the nearest unvisited node as the next node to visit. This process continues until all nodes are visited, forming a tour.</a:t>
            </a:r>
            <a:endParaRPr b="0" lang="en-US" sz="2000" spc="-1" strike="noStrike">
              <a:solidFill>
                <a:srgbClr val="ffffff"/>
              </a:solidFill>
              <a:latin typeface="Gill Sans MT"/>
            </a:endParaRPr>
          </a:p>
        </p:txBody>
      </p:sp>
      <p:sp>
        <p:nvSpPr>
          <p:cNvPr id="305" name="TextShape 3"/>
          <p:cNvSpPr txBox="1"/>
          <p:nvPr/>
        </p:nvSpPr>
        <p:spPr>
          <a:xfrm>
            <a:off x="550800" y="6507360"/>
            <a:ext cx="2628720" cy="153360"/>
          </a:xfrm>
          <a:prstGeom prst="rect">
            <a:avLst/>
          </a:prstGeom>
          <a:noFill/>
          <a:ln>
            <a:noFill/>
          </a:ln>
        </p:spPr>
        <p:txBody>
          <a:bodyPr lIns="0" rIns="0" tIns="0" bIns="0" anchor="ctr">
            <a:noAutofit/>
          </a:bodyPr>
          <a:p>
            <a:pPr>
              <a:lnSpc>
                <a:spcPct val="100000"/>
              </a:lnSpc>
            </a:pPr>
            <a:r>
              <a:rPr b="0" lang="en-US" sz="1000" spc="-1" strike="noStrike">
                <a:solidFill>
                  <a:srgbClr val="a6a6a6"/>
                </a:solidFill>
                <a:latin typeface="Gill Sans MT"/>
              </a:rPr>
              <a:t>Tuesday, February 2, 20XX</a:t>
            </a:r>
            <a:endParaRPr b="0" lang="en-US" sz="1000" spc="-1" strike="noStrike">
              <a:latin typeface="Times New Roman"/>
            </a:endParaRPr>
          </a:p>
        </p:txBody>
      </p:sp>
      <p:sp>
        <p:nvSpPr>
          <p:cNvPr id="306" name="TextShape 4"/>
          <p:cNvSpPr txBox="1"/>
          <p:nvPr/>
        </p:nvSpPr>
        <p:spPr>
          <a:xfrm>
            <a:off x="3359160" y="6507360"/>
            <a:ext cx="6378840" cy="153360"/>
          </a:xfrm>
          <a:prstGeom prst="rect">
            <a:avLst/>
          </a:prstGeom>
          <a:noFill/>
          <a:ln>
            <a:noFill/>
          </a:ln>
        </p:spPr>
        <p:txBody>
          <a:bodyPr lIns="0" rIns="0" tIns="0" bIns="0" anchor="ctr">
            <a:noAutofit/>
          </a:bodyPr>
          <a:p>
            <a:pPr>
              <a:lnSpc>
                <a:spcPct val="100000"/>
              </a:lnSpc>
            </a:pPr>
            <a:r>
              <a:rPr b="0" lang="en-US" sz="1000" spc="-1" strike="noStrike">
                <a:solidFill>
                  <a:srgbClr val="a6a6a6"/>
                </a:solidFill>
                <a:latin typeface="Gill Sans MT"/>
              </a:rPr>
              <a:t>Sample Footer Text</a:t>
            </a:r>
            <a:endParaRPr b="0" lang="en-US" sz="1000" spc="-1" strike="noStrike">
              <a:latin typeface="Times New Roman"/>
            </a:endParaRPr>
          </a:p>
        </p:txBody>
      </p:sp>
      <p:sp>
        <p:nvSpPr>
          <p:cNvPr id="307" name="TextShape 5"/>
          <p:cNvSpPr txBox="1"/>
          <p:nvPr/>
        </p:nvSpPr>
        <p:spPr>
          <a:xfrm>
            <a:off x="9948960" y="6507360"/>
            <a:ext cx="1692000" cy="153360"/>
          </a:xfrm>
          <a:prstGeom prst="rect">
            <a:avLst/>
          </a:prstGeom>
          <a:noFill/>
          <a:ln>
            <a:noFill/>
          </a:ln>
        </p:spPr>
        <p:txBody>
          <a:bodyPr lIns="0" rIns="0" tIns="0" bIns="0" anchor="ctr">
            <a:noAutofit/>
          </a:bodyPr>
          <a:p>
            <a:pPr algn="r">
              <a:lnSpc>
                <a:spcPct val="100000"/>
              </a:lnSpc>
            </a:pPr>
            <a:fld id="{7C8F9BD9-0DA7-4015-8FAF-E1889E9318B5}" type="slidenum">
              <a:rPr b="0" lang="en-US" sz="1000" spc="-1" strike="noStrike">
                <a:solidFill>
                  <a:srgbClr val="a6a6a6"/>
                </a:solidFill>
                <a:latin typeface="Gill Sans MT"/>
              </a:rPr>
              <a:t>3</a:t>
            </a:fld>
            <a:endParaRPr b="0" lang="en-US" sz="1000" spc="-1" strike="noStrike">
              <a:latin typeface="Times New Roman"/>
            </a:endParaRPr>
          </a:p>
        </p:txBody>
      </p:sp>
      <p:sp>
        <p:nvSpPr>
          <p:cNvPr id="308" name="CustomShape 6"/>
          <p:cNvSpPr/>
          <p:nvPr/>
        </p:nvSpPr>
        <p:spPr>
          <a:xfrm>
            <a:off x="7637040" y="3119400"/>
            <a:ext cx="675360" cy="597240"/>
          </a:xfrm>
          <a:prstGeom prst="ellipse">
            <a:avLst/>
          </a:prstGeom>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n-US" sz="1800" spc="-1" strike="noStrike">
                <a:solidFill>
                  <a:srgbClr val="ffffff"/>
                </a:solidFill>
                <a:latin typeface="Gill Sans MT"/>
              </a:rPr>
              <a:t>4</a:t>
            </a:r>
            <a:endParaRPr b="0" lang="en-US" sz="1800" spc="-1" strike="noStrike">
              <a:latin typeface="Arial"/>
            </a:endParaRPr>
          </a:p>
        </p:txBody>
      </p:sp>
      <p:sp>
        <p:nvSpPr>
          <p:cNvPr id="309" name="CustomShape 7"/>
          <p:cNvSpPr/>
          <p:nvPr/>
        </p:nvSpPr>
        <p:spPr>
          <a:xfrm>
            <a:off x="5639400" y="4352040"/>
            <a:ext cx="675360" cy="597240"/>
          </a:xfrm>
          <a:prstGeom prst="ellipse">
            <a:avLst/>
          </a:prstGeom>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n-US" sz="1800" spc="-1" strike="noStrike">
                <a:solidFill>
                  <a:srgbClr val="ffffff"/>
                </a:solidFill>
                <a:latin typeface="Gill Sans MT"/>
              </a:rPr>
              <a:t>0</a:t>
            </a:r>
            <a:endParaRPr b="0" lang="en-US" sz="1800" spc="-1" strike="noStrike">
              <a:latin typeface="Arial"/>
            </a:endParaRPr>
          </a:p>
        </p:txBody>
      </p:sp>
      <p:sp>
        <p:nvSpPr>
          <p:cNvPr id="310" name="CustomShape 8"/>
          <p:cNvSpPr/>
          <p:nvPr/>
        </p:nvSpPr>
        <p:spPr>
          <a:xfrm>
            <a:off x="9272880" y="5200560"/>
            <a:ext cx="675360" cy="597240"/>
          </a:xfrm>
          <a:prstGeom prst="ellipse">
            <a:avLst/>
          </a:prstGeom>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n-US" sz="1800" spc="-1" strike="noStrike">
                <a:solidFill>
                  <a:srgbClr val="ffffff"/>
                </a:solidFill>
                <a:latin typeface="Gill Sans MT"/>
              </a:rPr>
              <a:t>2</a:t>
            </a:r>
            <a:endParaRPr b="0" lang="en-US" sz="1800" spc="-1" strike="noStrike">
              <a:latin typeface="Arial"/>
            </a:endParaRPr>
          </a:p>
        </p:txBody>
      </p:sp>
      <p:sp>
        <p:nvSpPr>
          <p:cNvPr id="311" name="CustomShape 9"/>
          <p:cNvSpPr/>
          <p:nvPr/>
        </p:nvSpPr>
        <p:spPr>
          <a:xfrm>
            <a:off x="9272880" y="3673800"/>
            <a:ext cx="675360" cy="597240"/>
          </a:xfrm>
          <a:prstGeom prst="ellipse">
            <a:avLst/>
          </a:prstGeom>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n-US" sz="1800" spc="-1" strike="noStrike">
                <a:solidFill>
                  <a:srgbClr val="ffffff"/>
                </a:solidFill>
                <a:latin typeface="Gill Sans MT"/>
              </a:rPr>
              <a:t>1</a:t>
            </a:r>
            <a:endParaRPr b="0" lang="en-US" sz="1800" spc="-1" strike="noStrike">
              <a:latin typeface="Arial"/>
            </a:endParaRPr>
          </a:p>
        </p:txBody>
      </p:sp>
      <p:sp>
        <p:nvSpPr>
          <p:cNvPr id="312" name="Line 10"/>
          <p:cNvSpPr/>
          <p:nvPr/>
        </p:nvSpPr>
        <p:spPr>
          <a:xfrm>
            <a:off x="6355800" y="4825440"/>
            <a:ext cx="2917080" cy="673920"/>
          </a:xfrm>
          <a:prstGeom prst="line">
            <a:avLst/>
          </a:prstGeom>
          <a:ln/>
        </p:spPr>
        <p:style>
          <a:lnRef idx="3">
            <a:schemeClr val="accent5"/>
          </a:lnRef>
          <a:fillRef idx="0">
            <a:schemeClr val="accent5"/>
          </a:fillRef>
          <a:effectRef idx="2">
            <a:schemeClr val="accent5"/>
          </a:effectRef>
          <a:fontRef idx="minor"/>
        </p:style>
      </p:sp>
      <p:sp>
        <p:nvSpPr>
          <p:cNvPr id="313" name="Line 11"/>
          <p:cNvSpPr/>
          <p:nvPr/>
        </p:nvSpPr>
        <p:spPr>
          <a:xfrm flipV="1">
            <a:off x="6210720" y="3417840"/>
            <a:ext cx="1426320" cy="1027800"/>
          </a:xfrm>
          <a:prstGeom prst="line">
            <a:avLst/>
          </a:prstGeom>
          <a:ln/>
        </p:spPr>
        <p:style>
          <a:lnRef idx="3">
            <a:schemeClr val="accent5"/>
          </a:lnRef>
          <a:fillRef idx="0">
            <a:schemeClr val="accent5"/>
          </a:fillRef>
          <a:effectRef idx="2">
            <a:schemeClr val="accent5"/>
          </a:effectRef>
          <a:fontRef idx="minor"/>
        </p:style>
      </p:sp>
      <p:sp>
        <p:nvSpPr>
          <p:cNvPr id="314" name="Line 12"/>
          <p:cNvSpPr/>
          <p:nvPr/>
        </p:nvSpPr>
        <p:spPr>
          <a:xfrm>
            <a:off x="6132240" y="5010840"/>
            <a:ext cx="1220400" cy="872280"/>
          </a:xfrm>
          <a:prstGeom prst="line">
            <a:avLst/>
          </a:prstGeom>
          <a:ln/>
        </p:spPr>
        <p:style>
          <a:lnRef idx="3">
            <a:schemeClr val="accent5"/>
          </a:lnRef>
          <a:fillRef idx="0">
            <a:schemeClr val="accent5"/>
          </a:fillRef>
          <a:effectRef idx="2">
            <a:schemeClr val="accent5"/>
          </a:effectRef>
          <a:fontRef idx="minor"/>
        </p:style>
      </p:sp>
      <p:sp>
        <p:nvSpPr>
          <p:cNvPr id="315" name="Line 13"/>
          <p:cNvSpPr/>
          <p:nvPr/>
        </p:nvSpPr>
        <p:spPr>
          <a:xfrm flipV="1">
            <a:off x="6355800" y="3972240"/>
            <a:ext cx="2917080" cy="623880"/>
          </a:xfrm>
          <a:prstGeom prst="line">
            <a:avLst/>
          </a:prstGeom>
          <a:ln/>
        </p:spPr>
        <p:style>
          <a:lnRef idx="3">
            <a:schemeClr val="accent5"/>
          </a:lnRef>
          <a:fillRef idx="0">
            <a:schemeClr val="accent5"/>
          </a:fillRef>
          <a:effectRef idx="2">
            <a:schemeClr val="accent5"/>
          </a:effectRef>
          <a:fontRef idx="minor"/>
        </p:style>
      </p:sp>
      <p:sp>
        <p:nvSpPr>
          <p:cNvPr id="316" name="Line 14"/>
          <p:cNvSpPr/>
          <p:nvPr/>
        </p:nvSpPr>
        <p:spPr>
          <a:xfrm flipV="1">
            <a:off x="7690680" y="3716640"/>
            <a:ext cx="284040" cy="1868040"/>
          </a:xfrm>
          <a:prstGeom prst="line">
            <a:avLst/>
          </a:prstGeom>
          <a:ln/>
        </p:spPr>
        <p:style>
          <a:lnRef idx="3">
            <a:schemeClr val="accent5"/>
          </a:lnRef>
          <a:fillRef idx="0">
            <a:schemeClr val="accent5"/>
          </a:fillRef>
          <a:effectRef idx="2">
            <a:schemeClr val="accent5"/>
          </a:effectRef>
          <a:fontRef idx="minor"/>
        </p:style>
      </p:sp>
      <p:sp>
        <p:nvSpPr>
          <p:cNvPr id="317" name="Line 15"/>
          <p:cNvSpPr/>
          <p:nvPr/>
        </p:nvSpPr>
        <p:spPr>
          <a:xfrm flipV="1">
            <a:off x="8017920" y="5710320"/>
            <a:ext cx="1353960" cy="245160"/>
          </a:xfrm>
          <a:prstGeom prst="line">
            <a:avLst/>
          </a:prstGeom>
          <a:ln/>
        </p:spPr>
        <p:style>
          <a:lnRef idx="3">
            <a:schemeClr val="accent5"/>
          </a:lnRef>
          <a:fillRef idx="0">
            <a:schemeClr val="accent5"/>
          </a:fillRef>
          <a:effectRef idx="2">
            <a:schemeClr val="accent5"/>
          </a:effectRef>
          <a:fontRef idx="minor"/>
        </p:style>
      </p:sp>
      <p:sp>
        <p:nvSpPr>
          <p:cNvPr id="318" name="Line 16"/>
          <p:cNvSpPr/>
          <p:nvPr/>
        </p:nvSpPr>
        <p:spPr>
          <a:xfrm flipV="1">
            <a:off x="7951320" y="4183560"/>
            <a:ext cx="1420560" cy="1517400"/>
          </a:xfrm>
          <a:prstGeom prst="line">
            <a:avLst/>
          </a:prstGeom>
          <a:ln/>
        </p:spPr>
        <p:style>
          <a:lnRef idx="3">
            <a:schemeClr val="accent5"/>
          </a:lnRef>
          <a:fillRef idx="0">
            <a:schemeClr val="accent5"/>
          </a:fillRef>
          <a:effectRef idx="2">
            <a:schemeClr val="accent5"/>
          </a:effectRef>
          <a:fontRef idx="minor"/>
        </p:style>
      </p:sp>
      <p:sp>
        <p:nvSpPr>
          <p:cNvPr id="319" name="Line 17"/>
          <p:cNvSpPr/>
          <p:nvPr/>
        </p:nvSpPr>
        <p:spPr>
          <a:xfrm flipV="1">
            <a:off x="9607680" y="4271040"/>
            <a:ext cx="3240" cy="929520"/>
          </a:xfrm>
          <a:prstGeom prst="line">
            <a:avLst/>
          </a:prstGeom>
          <a:ln/>
        </p:spPr>
        <p:style>
          <a:lnRef idx="3">
            <a:schemeClr val="accent5"/>
          </a:lnRef>
          <a:fillRef idx="0">
            <a:schemeClr val="accent5"/>
          </a:fillRef>
          <a:effectRef idx="2">
            <a:schemeClr val="accent5"/>
          </a:effectRef>
          <a:fontRef idx="minor"/>
        </p:style>
      </p:sp>
      <p:sp>
        <p:nvSpPr>
          <p:cNvPr id="320" name="Line 18"/>
          <p:cNvSpPr/>
          <p:nvPr/>
        </p:nvSpPr>
        <p:spPr>
          <a:xfrm>
            <a:off x="8312760" y="3417840"/>
            <a:ext cx="960120" cy="417960"/>
          </a:xfrm>
          <a:prstGeom prst="line">
            <a:avLst/>
          </a:prstGeom>
          <a:ln/>
        </p:spPr>
        <p:style>
          <a:lnRef idx="3">
            <a:schemeClr val="accent5"/>
          </a:lnRef>
          <a:fillRef idx="0">
            <a:schemeClr val="accent5"/>
          </a:fillRef>
          <a:effectRef idx="2">
            <a:schemeClr val="accent5"/>
          </a:effectRef>
          <a:fontRef idx="minor"/>
        </p:style>
      </p:sp>
      <p:sp>
        <p:nvSpPr>
          <p:cNvPr id="321" name="Line 19"/>
          <p:cNvSpPr/>
          <p:nvPr/>
        </p:nvSpPr>
        <p:spPr>
          <a:xfrm>
            <a:off x="8164800" y="3726000"/>
            <a:ext cx="1207080" cy="1562040"/>
          </a:xfrm>
          <a:prstGeom prst="line">
            <a:avLst/>
          </a:prstGeom>
          <a:ln/>
        </p:spPr>
        <p:style>
          <a:lnRef idx="3">
            <a:schemeClr val="accent5"/>
          </a:lnRef>
          <a:fillRef idx="0">
            <a:schemeClr val="accent5"/>
          </a:fillRef>
          <a:effectRef idx="2">
            <a:schemeClr val="accent5"/>
          </a:effectRef>
          <a:fontRef idx="minor"/>
        </p:style>
      </p:sp>
      <p:sp>
        <p:nvSpPr>
          <p:cNvPr id="322" name="Line 20"/>
          <p:cNvSpPr/>
          <p:nvPr/>
        </p:nvSpPr>
        <p:spPr>
          <a:xfrm>
            <a:off x="6154560" y="4997160"/>
            <a:ext cx="1251720" cy="877320"/>
          </a:xfrm>
          <a:prstGeom prst="line">
            <a:avLst/>
          </a:prstGeom>
          <a:ln w="76320">
            <a:solidFill>
              <a:srgbClr val="ff0000"/>
            </a:solidFill>
          </a:ln>
        </p:spPr>
        <p:style>
          <a:lnRef idx="3">
            <a:schemeClr val="accent5"/>
          </a:lnRef>
          <a:fillRef idx="0">
            <a:schemeClr val="accent5"/>
          </a:fillRef>
          <a:effectRef idx="2">
            <a:schemeClr val="accent5"/>
          </a:effectRef>
          <a:fontRef idx="minor"/>
        </p:style>
      </p:sp>
      <p:sp>
        <p:nvSpPr>
          <p:cNvPr id="323" name="CustomShape 21"/>
          <p:cNvSpPr/>
          <p:nvPr/>
        </p:nvSpPr>
        <p:spPr>
          <a:xfrm>
            <a:off x="7353000" y="5584680"/>
            <a:ext cx="675360" cy="597240"/>
          </a:xfrm>
          <a:prstGeom prst="ellipse">
            <a:avLst/>
          </a:prstGeom>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n-US" sz="1800" spc="-1" strike="noStrike">
                <a:solidFill>
                  <a:srgbClr val="ffffff"/>
                </a:solidFill>
                <a:latin typeface="Gill Sans MT"/>
              </a:rPr>
              <a:t>3</a:t>
            </a:r>
            <a:endParaRPr b="0" lang="en-US" sz="1800" spc="-1" strike="noStrike">
              <a:latin typeface="Arial"/>
            </a:endParaRPr>
          </a:p>
        </p:txBody>
      </p:sp>
      <p:pic>
        <p:nvPicPr>
          <p:cNvPr id="324" name="Picture 2" descr=""/>
          <p:cNvPicPr/>
          <p:nvPr/>
        </p:nvPicPr>
        <p:blipFill>
          <a:blip r:embed="rId1"/>
          <a:stretch/>
        </p:blipFill>
        <p:spPr>
          <a:xfrm>
            <a:off x="4300200" y="622080"/>
            <a:ext cx="3266640" cy="1047240"/>
          </a:xfrm>
          <a:prstGeom prst="rect">
            <a:avLst/>
          </a:prstGeom>
          <a:ln>
            <a:noFill/>
          </a:ln>
        </p:spPr>
      </p:pic>
      <p:sp>
        <p:nvSpPr>
          <p:cNvPr id="325" name="CustomShape 22"/>
          <p:cNvSpPr/>
          <p:nvPr/>
        </p:nvSpPr>
        <p:spPr>
          <a:xfrm>
            <a:off x="7567200" y="3078000"/>
            <a:ext cx="816840" cy="680040"/>
          </a:xfrm>
          <a:prstGeom prst="ellipse">
            <a:avLst/>
          </a:prstGeom>
          <a:noFill/>
          <a:ln>
            <a:solidFill>
              <a:schemeClr val="accent4">
                <a:lumMod val="20000"/>
                <a:lumOff val="80000"/>
              </a:schemeClr>
            </a:solidFill>
          </a:ln>
        </p:spPr>
        <p:style>
          <a:lnRef idx="2">
            <a:schemeClr val="accent6"/>
          </a:lnRef>
          <a:fillRef idx="1">
            <a:schemeClr val="lt1"/>
          </a:fillRef>
          <a:effectRef idx="0">
            <a:schemeClr val="accent6"/>
          </a:effectRef>
          <a:fontRef idx="minor"/>
        </p:style>
      </p:sp>
      <p:sp>
        <p:nvSpPr>
          <p:cNvPr id="326" name="CustomShape 23"/>
          <p:cNvSpPr/>
          <p:nvPr/>
        </p:nvSpPr>
        <p:spPr>
          <a:xfrm>
            <a:off x="7306920" y="5540760"/>
            <a:ext cx="816840" cy="680040"/>
          </a:xfrm>
          <a:prstGeom prst="ellipse">
            <a:avLst/>
          </a:prstGeom>
          <a:noFill/>
          <a:ln>
            <a:solidFill>
              <a:schemeClr val="accent4">
                <a:lumMod val="20000"/>
                <a:lumOff val="80000"/>
              </a:schemeClr>
            </a:solidFill>
          </a:ln>
        </p:spPr>
        <p:style>
          <a:lnRef idx="2">
            <a:schemeClr val="accent6"/>
          </a:lnRef>
          <a:fillRef idx="1">
            <a:schemeClr val="lt1"/>
          </a:fillRef>
          <a:effectRef idx="0">
            <a:schemeClr val="accent6"/>
          </a:effectRef>
          <a:fontRef idx="minor"/>
        </p:style>
      </p:sp>
      <p:sp>
        <p:nvSpPr>
          <p:cNvPr id="327" name="CustomShape 24"/>
          <p:cNvSpPr/>
          <p:nvPr/>
        </p:nvSpPr>
        <p:spPr>
          <a:xfrm>
            <a:off x="9199080" y="5168880"/>
            <a:ext cx="816840" cy="680040"/>
          </a:xfrm>
          <a:prstGeom prst="ellipse">
            <a:avLst/>
          </a:prstGeom>
          <a:noFill/>
          <a:ln>
            <a:solidFill>
              <a:schemeClr val="accent4">
                <a:lumMod val="20000"/>
                <a:lumOff val="80000"/>
              </a:schemeClr>
            </a:solidFill>
          </a:ln>
        </p:spPr>
        <p:style>
          <a:lnRef idx="2">
            <a:schemeClr val="accent6"/>
          </a:lnRef>
          <a:fillRef idx="1">
            <a:schemeClr val="lt1"/>
          </a:fillRef>
          <a:effectRef idx="0">
            <a:schemeClr val="accent6"/>
          </a:effectRef>
          <a:fontRef idx="minor"/>
        </p:style>
      </p:sp>
      <p:sp>
        <p:nvSpPr>
          <p:cNvPr id="328" name="CustomShape 25"/>
          <p:cNvSpPr/>
          <p:nvPr/>
        </p:nvSpPr>
        <p:spPr>
          <a:xfrm>
            <a:off x="9181440" y="3630240"/>
            <a:ext cx="816840" cy="680040"/>
          </a:xfrm>
          <a:prstGeom prst="ellipse">
            <a:avLst/>
          </a:prstGeom>
          <a:noFill/>
          <a:ln>
            <a:solidFill>
              <a:schemeClr val="accent4">
                <a:lumMod val="20000"/>
                <a:lumOff val="80000"/>
              </a:schemeClr>
            </a:solidFill>
          </a:ln>
        </p:spPr>
        <p:style>
          <a:lnRef idx="2">
            <a:schemeClr val="accent6"/>
          </a:lnRef>
          <a:fillRef idx="1">
            <a:schemeClr val="lt1"/>
          </a:fillRef>
          <a:effectRef idx="0">
            <a:schemeClr val="accent6"/>
          </a:effectRef>
          <a:fontRef idx="minor"/>
        </p:style>
      </p:sp>
      <p:sp>
        <p:nvSpPr>
          <p:cNvPr id="329" name="Line 26"/>
          <p:cNvSpPr/>
          <p:nvPr/>
        </p:nvSpPr>
        <p:spPr>
          <a:xfrm flipV="1">
            <a:off x="8017920" y="5710320"/>
            <a:ext cx="1353960" cy="243000"/>
          </a:xfrm>
          <a:prstGeom prst="line">
            <a:avLst/>
          </a:prstGeom>
          <a:ln w="76320">
            <a:solidFill>
              <a:srgbClr val="ff0000"/>
            </a:solidFill>
          </a:ln>
        </p:spPr>
        <p:style>
          <a:lnRef idx="3">
            <a:schemeClr val="accent5"/>
          </a:lnRef>
          <a:fillRef idx="0">
            <a:schemeClr val="accent5"/>
          </a:fillRef>
          <a:effectRef idx="2">
            <a:schemeClr val="accent5"/>
          </a:effectRef>
          <a:fontRef idx="minor"/>
        </p:style>
      </p:sp>
      <p:sp>
        <p:nvSpPr>
          <p:cNvPr id="330" name="CustomShape 27"/>
          <p:cNvSpPr/>
          <p:nvPr/>
        </p:nvSpPr>
        <p:spPr>
          <a:xfrm>
            <a:off x="5596560" y="4335480"/>
            <a:ext cx="816840" cy="680040"/>
          </a:xfrm>
          <a:prstGeom prst="ellipse">
            <a:avLst/>
          </a:prstGeom>
          <a:noFill/>
          <a:ln>
            <a:solidFill>
              <a:schemeClr val="accent4">
                <a:lumMod val="20000"/>
                <a:lumOff val="80000"/>
              </a:schemeClr>
            </a:solidFill>
          </a:ln>
        </p:spPr>
        <p:style>
          <a:lnRef idx="2">
            <a:schemeClr val="accent6"/>
          </a:lnRef>
          <a:fillRef idx="1">
            <a:schemeClr val="lt1"/>
          </a:fillRef>
          <a:effectRef idx="0">
            <a:schemeClr val="accent6"/>
          </a:effectRef>
          <a:fontRef idx="minor"/>
        </p:style>
      </p:sp>
      <p:sp>
        <p:nvSpPr>
          <p:cNvPr id="331" name="Line 28"/>
          <p:cNvSpPr/>
          <p:nvPr/>
        </p:nvSpPr>
        <p:spPr>
          <a:xfrm flipV="1">
            <a:off x="9577080" y="4271040"/>
            <a:ext cx="33840" cy="881640"/>
          </a:xfrm>
          <a:prstGeom prst="line">
            <a:avLst/>
          </a:prstGeom>
          <a:ln w="76320">
            <a:solidFill>
              <a:srgbClr val="ff0000"/>
            </a:solidFill>
          </a:ln>
        </p:spPr>
        <p:style>
          <a:lnRef idx="3">
            <a:schemeClr val="accent5"/>
          </a:lnRef>
          <a:fillRef idx="0">
            <a:schemeClr val="accent5"/>
          </a:fillRef>
          <a:effectRef idx="2">
            <a:schemeClr val="accent5"/>
          </a:effectRef>
          <a:fontRef idx="minor"/>
        </p:style>
      </p:sp>
      <p:sp>
        <p:nvSpPr>
          <p:cNvPr id="332" name="Line 29"/>
          <p:cNvSpPr/>
          <p:nvPr/>
        </p:nvSpPr>
        <p:spPr>
          <a:xfrm flipH="1" flipV="1">
            <a:off x="8312760" y="3417840"/>
            <a:ext cx="938880" cy="433800"/>
          </a:xfrm>
          <a:prstGeom prst="line">
            <a:avLst/>
          </a:prstGeom>
          <a:ln w="76320">
            <a:solidFill>
              <a:srgbClr val="ff0000"/>
            </a:solidFill>
          </a:ln>
        </p:spPr>
        <p:style>
          <a:lnRef idx="3">
            <a:schemeClr val="accent5"/>
          </a:lnRef>
          <a:fillRef idx="0">
            <a:schemeClr val="accent5"/>
          </a:fillRef>
          <a:effectRef idx="2">
            <a:schemeClr val="accent5"/>
          </a:effectRef>
          <a:fontRef idx="minor"/>
        </p:style>
      </p:sp>
      <p:sp>
        <p:nvSpPr>
          <p:cNvPr id="333" name="Line 30"/>
          <p:cNvSpPr/>
          <p:nvPr/>
        </p:nvSpPr>
        <p:spPr>
          <a:xfrm flipV="1">
            <a:off x="6216120" y="3417840"/>
            <a:ext cx="1420920" cy="1021320"/>
          </a:xfrm>
          <a:prstGeom prst="line">
            <a:avLst/>
          </a:prstGeom>
          <a:ln w="76320">
            <a:solidFill>
              <a:srgbClr val="ff0000"/>
            </a:solidFill>
          </a:ln>
        </p:spPr>
        <p:style>
          <a:lnRef idx="3">
            <a:schemeClr val="accent5"/>
          </a:lnRef>
          <a:fillRef idx="0">
            <a:schemeClr val="accent5"/>
          </a:fillRef>
          <a:effectRef idx="2">
            <a:schemeClr val="accent5"/>
          </a:effectRef>
          <a:fontRef idx="minor"/>
        </p:style>
      </p:sp>
      <p:sp>
        <p:nvSpPr>
          <p:cNvPr id="334" name="CustomShape 31"/>
          <p:cNvSpPr/>
          <p:nvPr/>
        </p:nvSpPr>
        <p:spPr>
          <a:xfrm>
            <a:off x="4300200" y="1634400"/>
            <a:ext cx="1909440" cy="6382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ffffff"/>
                </a:solidFill>
                <a:latin typeface="Gill Sans MT"/>
              </a:rPr>
              <a:t>File: tourism.csv</a:t>
            </a:r>
            <a:endParaRPr b="0" lang="en-US" sz="1800" spc="-1" strike="noStrike">
              <a:latin typeface="Arial"/>
            </a:endParaRPr>
          </a:p>
        </p:txBody>
      </p:sp>
      <p:sp>
        <p:nvSpPr>
          <p:cNvPr id="335" name="CustomShape 32"/>
          <p:cNvSpPr/>
          <p:nvPr/>
        </p:nvSpPr>
        <p:spPr>
          <a:xfrm>
            <a:off x="7637040" y="334440"/>
            <a:ext cx="4180680" cy="17362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ffffff"/>
                </a:solidFill>
                <a:latin typeface="Gill Sans MT"/>
              </a:rPr>
              <a:t>Time Complexity: O(n^2)</a:t>
            </a:r>
            <a:endParaRPr b="0" lang="en-US" sz="1800" spc="-1" strike="noStrike">
              <a:latin typeface="Arial"/>
            </a:endParaRPr>
          </a:p>
          <a:p>
            <a:pPr>
              <a:lnSpc>
                <a:spcPct val="100000"/>
              </a:lnSpc>
            </a:pPr>
            <a:r>
              <a:rPr b="0" lang="en-US" sz="1800" spc="-1" strike="noStrike">
                <a:solidFill>
                  <a:srgbClr val="ffffff"/>
                </a:solidFill>
                <a:latin typeface="Gill Sans MT"/>
              </a:rPr>
              <a:t> </a:t>
            </a:r>
            <a:r>
              <a:rPr b="0" lang="en-US" sz="1800" spc="-1" strike="noStrike">
                <a:solidFill>
                  <a:srgbClr val="ffffff"/>
                </a:solidFill>
                <a:latin typeface="Gill Sans MT"/>
              </a:rPr>
              <a:t>n is the number of nodes</a:t>
            </a:r>
            <a:endParaRPr b="0" lang="en-US" sz="1800" spc="-1" strike="noStrike">
              <a:latin typeface="Arial"/>
            </a:endParaRPr>
          </a:p>
          <a:p>
            <a:pPr>
              <a:lnSpc>
                <a:spcPct val="100000"/>
              </a:lnSpc>
            </a:pPr>
            <a:endParaRPr b="0" lang="en-US" sz="1800" spc="-1" strike="noStrike">
              <a:latin typeface="Arial"/>
            </a:endParaRPr>
          </a:p>
          <a:p>
            <a:pPr>
              <a:lnSpc>
                <a:spcPct val="100000"/>
              </a:lnSpc>
            </a:pPr>
            <a:r>
              <a:rPr b="0" lang="en-US" sz="1800" spc="-1" strike="noStrike">
                <a:solidFill>
                  <a:srgbClr val="ffffff"/>
                </a:solidFill>
                <a:latin typeface="Gill Sans MT"/>
              </a:rPr>
              <a:t>Space Complexity: O(n)</a:t>
            </a:r>
            <a:endParaRPr b="0" lang="en-US" sz="1800" spc="-1" strike="noStrike">
              <a:latin typeface="Arial"/>
            </a:endParaRPr>
          </a:p>
          <a:p>
            <a:pPr>
              <a:lnSpc>
                <a:spcPct val="100000"/>
              </a:lnSpc>
            </a:pPr>
            <a:r>
              <a:rPr b="0" lang="en-US" sz="1800" spc="-1" strike="noStrike">
                <a:solidFill>
                  <a:srgbClr val="ffffff"/>
                </a:solidFill>
                <a:latin typeface="Gill Sans MT"/>
              </a:rPr>
              <a:t>Requires storing the current path and the visited status</a:t>
            </a:r>
            <a:endParaRPr b="0" lang="en-US" sz="1800" spc="-1" strike="noStrike">
              <a:latin typeface="Arial"/>
            </a:endParaRPr>
          </a:p>
        </p:txBody>
      </p:sp>
    </p:spTree>
  </p:cSld>
  <mc:AlternateContent>
    <mc:Choice Requires="p14">
      <p:transition spd="slow" p14:dur="2000"/>
    </mc:Choice>
    <mc:Fallback>
      <p:transition spd="slow"/>
    </mc:Fallback>
  </mc:AlternateContent>
  <p:timing>
    <p:tnLst>
      <p:par>
        <p:cTn id="287" dur="indefinite" restart="never" nodeType="tmRoot">
          <p:childTnLst>
            <p:seq>
              <p:cTn id="288" dur="indefinite" nodeType="mainSeq">
                <p:childTnLst>
                  <p:par>
                    <p:cTn id="289" fill="hold">
                      <p:stCondLst>
                        <p:cond delay="indefinite"/>
                      </p:stCondLst>
                      <p:childTnLst>
                        <p:par>
                          <p:cTn id="290" fill="hold">
                            <p:stCondLst>
                              <p:cond delay="0"/>
                            </p:stCondLst>
                            <p:childTnLst>
                              <p:par>
                                <p:cTn id="291" nodeType="clickEffect" fill="hold" presetClass="entr" presetID="22" presetSubtype="4">
                                  <p:stCondLst>
                                    <p:cond delay="0"/>
                                  </p:stCondLst>
                                  <p:childTnLst>
                                    <p:set>
                                      <p:cBhvr>
                                        <p:cTn id="292" dur="1" fill="hold">
                                          <p:stCondLst>
                                            <p:cond delay="0"/>
                                          </p:stCondLst>
                                        </p:cTn>
                                        <p:tgtEl>
                                          <p:spTgt spid="326"/>
                                        </p:tgtEl>
                                        <p:attrNameLst>
                                          <p:attrName>style.visibility</p:attrName>
                                        </p:attrNameLst>
                                      </p:cBhvr>
                                      <p:to>
                                        <p:strVal val="visible"/>
                                      </p:to>
                                    </p:set>
                                    <p:animEffect filter="wipe(down)" transition="in">
                                      <p:cBhvr additive="repl">
                                        <p:cTn id="293" dur="500"/>
                                        <p:tgtEl>
                                          <p:spTgt spid="326"/>
                                        </p:tgtEl>
                                      </p:cBhvr>
                                    </p:animEffect>
                                  </p:childTnLst>
                                </p:cTn>
                              </p:par>
                            </p:childTnLst>
                          </p:cTn>
                        </p:par>
                      </p:childTnLst>
                    </p:cTn>
                  </p:par>
                  <p:par>
                    <p:cTn id="294" fill="hold">
                      <p:stCondLst>
                        <p:cond delay="indefinite"/>
                      </p:stCondLst>
                      <p:childTnLst>
                        <p:par>
                          <p:cTn id="295" fill="hold">
                            <p:stCondLst>
                              <p:cond delay="0"/>
                            </p:stCondLst>
                            <p:childTnLst>
                              <p:par>
                                <p:cTn id="296" nodeType="clickEffect" fill="hold" presetClass="entr" presetID="22" presetSubtype="4">
                                  <p:stCondLst>
                                    <p:cond delay="0"/>
                                  </p:stCondLst>
                                  <p:childTnLst>
                                    <p:set>
                                      <p:cBhvr>
                                        <p:cTn id="297" dur="1" fill="hold">
                                          <p:stCondLst>
                                            <p:cond delay="0"/>
                                          </p:stCondLst>
                                        </p:cTn>
                                        <p:tgtEl>
                                          <p:spTgt spid="325"/>
                                        </p:tgtEl>
                                        <p:attrNameLst>
                                          <p:attrName>style.visibility</p:attrName>
                                        </p:attrNameLst>
                                      </p:cBhvr>
                                      <p:to>
                                        <p:strVal val="visible"/>
                                      </p:to>
                                    </p:set>
                                    <p:animEffect filter="wipe(down)" transition="in">
                                      <p:cBhvr additive="repl">
                                        <p:cTn id="298" dur="500"/>
                                        <p:tgtEl>
                                          <p:spTgt spid="325"/>
                                        </p:tgtEl>
                                      </p:cBhvr>
                                    </p:animEffect>
                                  </p:childTnLst>
                                </p:cTn>
                              </p:par>
                            </p:childTnLst>
                          </p:cTn>
                        </p:par>
                      </p:childTnLst>
                    </p:cTn>
                  </p:par>
                  <p:par>
                    <p:cTn id="299" fill="hold">
                      <p:stCondLst>
                        <p:cond delay="indefinite"/>
                      </p:stCondLst>
                      <p:childTnLst>
                        <p:par>
                          <p:cTn id="300" fill="hold">
                            <p:stCondLst>
                              <p:cond delay="0"/>
                            </p:stCondLst>
                            <p:childTnLst>
                              <p:par>
                                <p:cTn id="301" nodeType="clickEffect" fill="hold" presetClass="entr" presetID="22" presetSubtype="4">
                                  <p:stCondLst>
                                    <p:cond delay="0"/>
                                  </p:stCondLst>
                                  <p:childTnLst>
                                    <p:set>
                                      <p:cBhvr>
                                        <p:cTn id="302" dur="1" fill="hold">
                                          <p:stCondLst>
                                            <p:cond delay="0"/>
                                          </p:stCondLst>
                                        </p:cTn>
                                        <p:tgtEl>
                                          <p:spTgt spid="328"/>
                                        </p:tgtEl>
                                        <p:attrNameLst>
                                          <p:attrName>style.visibility</p:attrName>
                                        </p:attrNameLst>
                                      </p:cBhvr>
                                      <p:to>
                                        <p:strVal val="visible"/>
                                      </p:to>
                                    </p:set>
                                    <p:animEffect filter="wipe(down)" transition="in">
                                      <p:cBhvr additive="repl">
                                        <p:cTn id="303" dur="500"/>
                                        <p:tgtEl>
                                          <p:spTgt spid="328"/>
                                        </p:tgtEl>
                                      </p:cBhvr>
                                    </p:animEffect>
                                  </p:childTnLst>
                                </p:cTn>
                              </p:par>
                            </p:childTnLst>
                          </p:cTn>
                        </p:par>
                      </p:childTnLst>
                    </p:cTn>
                  </p:par>
                  <p:par>
                    <p:cTn id="304" fill="hold">
                      <p:stCondLst>
                        <p:cond delay="indefinite"/>
                      </p:stCondLst>
                      <p:childTnLst>
                        <p:par>
                          <p:cTn id="305" fill="hold">
                            <p:stCondLst>
                              <p:cond delay="0"/>
                            </p:stCondLst>
                            <p:childTnLst>
                              <p:par>
                                <p:cTn id="306" nodeType="clickEffect" fill="hold" presetClass="entr" presetID="22" presetSubtype="4">
                                  <p:stCondLst>
                                    <p:cond delay="0"/>
                                  </p:stCondLst>
                                  <p:childTnLst>
                                    <p:set>
                                      <p:cBhvr>
                                        <p:cTn id="307" dur="1" fill="hold">
                                          <p:stCondLst>
                                            <p:cond delay="0"/>
                                          </p:stCondLst>
                                        </p:cTn>
                                        <p:tgtEl>
                                          <p:spTgt spid="327"/>
                                        </p:tgtEl>
                                        <p:attrNameLst>
                                          <p:attrName>style.visibility</p:attrName>
                                        </p:attrNameLst>
                                      </p:cBhvr>
                                      <p:to>
                                        <p:strVal val="visible"/>
                                      </p:to>
                                    </p:set>
                                    <p:animEffect filter="wipe(down)" transition="in">
                                      <p:cBhvr additive="repl">
                                        <p:cTn id="308" dur="500"/>
                                        <p:tgtEl>
                                          <p:spTgt spid="327"/>
                                        </p:tgtEl>
                                      </p:cBhvr>
                                    </p:animEffect>
                                  </p:childTnLst>
                                </p:cTn>
                              </p:par>
                            </p:childTnLst>
                          </p:cTn>
                        </p:par>
                      </p:childTnLst>
                    </p:cTn>
                  </p:par>
                  <p:par>
                    <p:cTn id="309" fill="hold">
                      <p:stCondLst>
                        <p:cond delay="indefinite"/>
                      </p:stCondLst>
                      <p:childTnLst>
                        <p:par>
                          <p:cTn id="310" fill="hold">
                            <p:stCondLst>
                              <p:cond delay="0"/>
                            </p:stCondLst>
                            <p:childTnLst>
                              <p:par>
                                <p:cTn id="311" nodeType="clickEffect" fill="hold" presetClass="exit" presetID="22" presetSubtype="4">
                                  <p:stCondLst>
                                    <p:cond delay="0"/>
                                  </p:stCondLst>
                                  <p:childTnLst>
                                    <p:animEffect filter="wipe(down)" transition="out">
                                      <p:cBhvr additive="repl">
                                        <p:cTn id="312" dur="500"/>
                                        <p:tgtEl>
                                          <p:spTgt spid="326"/>
                                        </p:tgtEl>
                                      </p:cBhvr>
                                    </p:animEffect>
                                    <p:set>
                                      <p:cBhvr>
                                        <p:cTn id="313" dur="1" fill="hold">
                                          <p:stCondLst>
                                            <p:cond delay="499"/>
                                          </p:stCondLst>
                                        </p:cTn>
                                        <p:tgtEl>
                                          <p:spTgt spid="326"/>
                                        </p:tgtEl>
                                        <p:attrNameLst>
                                          <p:attrName>style.visibility</p:attrName>
                                        </p:attrNameLst>
                                      </p:cBhvr>
                                      <p:to>
                                        <p:strVal val="hidden"/>
                                      </p:to>
                                    </p:set>
                                  </p:childTnLst>
                                </p:cTn>
                              </p:par>
                            </p:childTnLst>
                          </p:cTn>
                        </p:par>
                      </p:childTnLst>
                    </p:cTn>
                  </p:par>
                  <p:par>
                    <p:cTn id="314" fill="hold">
                      <p:stCondLst>
                        <p:cond delay="indefinite"/>
                      </p:stCondLst>
                      <p:childTnLst>
                        <p:par>
                          <p:cTn id="315" fill="hold">
                            <p:stCondLst>
                              <p:cond delay="0"/>
                            </p:stCondLst>
                            <p:childTnLst>
                              <p:par>
                                <p:cTn id="316" nodeType="clickEffect" fill="hold" presetClass="entr" presetID="22" presetSubtype="1">
                                  <p:stCondLst>
                                    <p:cond delay="0"/>
                                  </p:stCondLst>
                                  <p:childTnLst>
                                    <p:set>
                                      <p:cBhvr>
                                        <p:cTn id="317" dur="1" fill="hold">
                                          <p:stCondLst>
                                            <p:cond delay="0"/>
                                          </p:stCondLst>
                                        </p:cTn>
                                        <p:tgtEl>
                                          <p:spTgt spid="322"/>
                                        </p:tgtEl>
                                        <p:attrNameLst>
                                          <p:attrName>style.visibility</p:attrName>
                                        </p:attrNameLst>
                                      </p:cBhvr>
                                      <p:to>
                                        <p:strVal val="visible"/>
                                      </p:to>
                                    </p:set>
                                    <p:animEffect filter="wipe(up)" transition="in">
                                      <p:cBhvr additive="repl">
                                        <p:cTn id="318" dur="500"/>
                                        <p:tgtEl>
                                          <p:spTgt spid="322"/>
                                        </p:tgtEl>
                                      </p:cBhvr>
                                    </p:animEffect>
                                  </p:childTnLst>
                                </p:cTn>
                              </p:par>
                            </p:childTnLst>
                          </p:cTn>
                        </p:par>
                      </p:childTnLst>
                    </p:cTn>
                  </p:par>
                  <p:par>
                    <p:cTn id="319" fill="hold">
                      <p:stCondLst>
                        <p:cond delay="indefinite"/>
                      </p:stCondLst>
                      <p:childTnLst>
                        <p:par>
                          <p:cTn id="320" fill="hold">
                            <p:stCondLst>
                              <p:cond delay="0"/>
                            </p:stCondLst>
                            <p:childTnLst>
                              <p:par>
                                <p:cTn id="321" nodeType="clickEffect" fill="hold" presetClass="entr" presetID="22" presetSubtype="4">
                                  <p:stCondLst>
                                    <p:cond delay="0"/>
                                  </p:stCondLst>
                                  <p:childTnLst>
                                    <p:set>
                                      <p:cBhvr>
                                        <p:cTn id="322" dur="1" fill="hold">
                                          <p:stCondLst>
                                            <p:cond delay="0"/>
                                          </p:stCondLst>
                                        </p:cTn>
                                        <p:tgtEl>
                                          <p:spTgt spid="329"/>
                                        </p:tgtEl>
                                        <p:attrNameLst>
                                          <p:attrName>style.visibility</p:attrName>
                                        </p:attrNameLst>
                                      </p:cBhvr>
                                      <p:to>
                                        <p:strVal val="visible"/>
                                      </p:to>
                                    </p:set>
                                    <p:animEffect filter="wipe(down)" transition="in">
                                      <p:cBhvr additive="repl">
                                        <p:cTn id="323" dur="500"/>
                                        <p:tgtEl>
                                          <p:spTgt spid="329"/>
                                        </p:tgtEl>
                                      </p:cBhvr>
                                    </p:animEffect>
                                  </p:childTnLst>
                                </p:cTn>
                              </p:par>
                            </p:childTnLst>
                          </p:cTn>
                        </p:par>
                      </p:childTnLst>
                    </p:cTn>
                  </p:par>
                  <p:par>
                    <p:cTn id="324" fill="hold">
                      <p:stCondLst>
                        <p:cond delay="indefinite"/>
                      </p:stCondLst>
                      <p:childTnLst>
                        <p:par>
                          <p:cTn id="325" fill="hold">
                            <p:stCondLst>
                              <p:cond delay="0"/>
                            </p:stCondLst>
                            <p:childTnLst>
                              <p:par>
                                <p:cTn id="326" nodeType="clickEffect" fill="hold" presetClass="entr" presetID="22" presetSubtype="4">
                                  <p:stCondLst>
                                    <p:cond delay="0"/>
                                  </p:stCondLst>
                                  <p:childTnLst>
                                    <p:set>
                                      <p:cBhvr>
                                        <p:cTn id="327" dur="1" fill="hold">
                                          <p:stCondLst>
                                            <p:cond delay="0"/>
                                          </p:stCondLst>
                                        </p:cTn>
                                        <p:tgtEl>
                                          <p:spTgt spid="330"/>
                                        </p:tgtEl>
                                        <p:attrNameLst>
                                          <p:attrName>style.visibility</p:attrName>
                                        </p:attrNameLst>
                                      </p:cBhvr>
                                      <p:to>
                                        <p:strVal val="visible"/>
                                      </p:to>
                                    </p:set>
                                    <p:animEffect filter="wipe(down)" transition="in">
                                      <p:cBhvr additive="repl">
                                        <p:cTn id="328" dur="500"/>
                                        <p:tgtEl>
                                          <p:spTgt spid="330"/>
                                        </p:tgtEl>
                                      </p:cBhvr>
                                    </p:animEffect>
                                  </p:childTnLst>
                                </p:cTn>
                              </p:par>
                            </p:childTnLst>
                          </p:cTn>
                        </p:par>
                      </p:childTnLst>
                    </p:cTn>
                  </p:par>
                  <p:par>
                    <p:cTn id="329" fill="hold">
                      <p:stCondLst>
                        <p:cond delay="indefinite"/>
                      </p:stCondLst>
                      <p:childTnLst>
                        <p:par>
                          <p:cTn id="330" fill="hold">
                            <p:stCondLst>
                              <p:cond delay="0"/>
                            </p:stCondLst>
                            <p:childTnLst>
                              <p:par>
                                <p:cTn id="331" nodeType="clickEffect" fill="hold" presetClass="exit" presetID="22" presetSubtype="4">
                                  <p:stCondLst>
                                    <p:cond delay="0"/>
                                  </p:stCondLst>
                                  <p:childTnLst>
                                    <p:animEffect filter="wipe(down)" transition="out">
                                      <p:cBhvr additive="repl">
                                        <p:cTn id="332" dur="500"/>
                                        <p:tgtEl>
                                          <p:spTgt spid="327"/>
                                        </p:tgtEl>
                                      </p:cBhvr>
                                    </p:animEffect>
                                    <p:set>
                                      <p:cBhvr>
                                        <p:cTn id="333" dur="1" fill="hold">
                                          <p:stCondLst>
                                            <p:cond delay="499"/>
                                          </p:stCondLst>
                                        </p:cTn>
                                        <p:tgtEl>
                                          <p:spTgt spid="327"/>
                                        </p:tgtEl>
                                        <p:attrNameLst>
                                          <p:attrName>style.visibility</p:attrName>
                                        </p:attrNameLst>
                                      </p:cBhvr>
                                      <p:to>
                                        <p:strVal val="hidden"/>
                                      </p:to>
                                    </p:set>
                                  </p:childTnLst>
                                </p:cTn>
                              </p:par>
                            </p:childTnLst>
                          </p:cTn>
                        </p:par>
                      </p:childTnLst>
                    </p:cTn>
                  </p:par>
                  <p:par>
                    <p:cTn id="334" fill="hold">
                      <p:stCondLst>
                        <p:cond delay="indefinite"/>
                      </p:stCondLst>
                      <p:childTnLst>
                        <p:par>
                          <p:cTn id="335" fill="hold">
                            <p:stCondLst>
                              <p:cond delay="0"/>
                            </p:stCondLst>
                            <p:childTnLst>
                              <p:par>
                                <p:cTn id="336" nodeType="clickEffect" fill="hold" presetClass="entr" presetID="22" presetSubtype="4">
                                  <p:stCondLst>
                                    <p:cond delay="0"/>
                                  </p:stCondLst>
                                  <p:childTnLst>
                                    <p:set>
                                      <p:cBhvr>
                                        <p:cTn id="337" dur="1" fill="hold">
                                          <p:stCondLst>
                                            <p:cond delay="0"/>
                                          </p:stCondLst>
                                        </p:cTn>
                                        <p:tgtEl>
                                          <p:spTgt spid="331"/>
                                        </p:tgtEl>
                                        <p:attrNameLst>
                                          <p:attrName>style.visibility</p:attrName>
                                        </p:attrNameLst>
                                      </p:cBhvr>
                                      <p:to>
                                        <p:strVal val="visible"/>
                                      </p:to>
                                    </p:set>
                                    <p:animEffect filter="wipe(down)" transition="in">
                                      <p:cBhvr additive="repl">
                                        <p:cTn id="338" dur="500"/>
                                        <p:tgtEl>
                                          <p:spTgt spid="331"/>
                                        </p:tgtEl>
                                      </p:cBhvr>
                                    </p:animEffect>
                                  </p:childTnLst>
                                </p:cTn>
                              </p:par>
                            </p:childTnLst>
                          </p:cTn>
                        </p:par>
                      </p:childTnLst>
                    </p:cTn>
                  </p:par>
                  <p:par>
                    <p:cTn id="339" fill="hold">
                      <p:stCondLst>
                        <p:cond delay="indefinite"/>
                      </p:stCondLst>
                      <p:childTnLst>
                        <p:par>
                          <p:cTn id="340" fill="hold">
                            <p:stCondLst>
                              <p:cond delay="0"/>
                            </p:stCondLst>
                            <p:childTnLst>
                              <p:par>
                                <p:cTn id="341" nodeType="clickEffect" fill="hold" presetClass="exit" presetID="22" presetSubtype="4">
                                  <p:stCondLst>
                                    <p:cond delay="0"/>
                                  </p:stCondLst>
                                  <p:childTnLst>
                                    <p:animEffect filter="wipe(down)" transition="out">
                                      <p:cBhvr additive="repl">
                                        <p:cTn id="342" dur="500"/>
                                        <p:tgtEl>
                                          <p:spTgt spid="328"/>
                                        </p:tgtEl>
                                      </p:cBhvr>
                                    </p:animEffect>
                                    <p:set>
                                      <p:cBhvr>
                                        <p:cTn id="343" dur="1" fill="hold">
                                          <p:stCondLst>
                                            <p:cond delay="499"/>
                                          </p:stCondLst>
                                        </p:cTn>
                                        <p:tgtEl>
                                          <p:spTgt spid="328"/>
                                        </p:tgtEl>
                                        <p:attrNameLst>
                                          <p:attrName>style.visibility</p:attrName>
                                        </p:attrNameLst>
                                      </p:cBhvr>
                                      <p:to>
                                        <p:strVal val="hidden"/>
                                      </p:to>
                                    </p:set>
                                  </p:childTnLst>
                                </p:cTn>
                              </p:par>
                            </p:childTnLst>
                          </p:cTn>
                        </p:par>
                      </p:childTnLst>
                    </p:cTn>
                  </p:par>
                  <p:par>
                    <p:cTn id="344" fill="hold">
                      <p:stCondLst>
                        <p:cond delay="indefinite"/>
                      </p:stCondLst>
                      <p:childTnLst>
                        <p:par>
                          <p:cTn id="345" fill="hold">
                            <p:stCondLst>
                              <p:cond delay="0"/>
                            </p:stCondLst>
                            <p:childTnLst>
                              <p:par>
                                <p:cTn id="346" nodeType="clickEffect" fill="hold" presetClass="entr" presetID="22" presetSubtype="4">
                                  <p:stCondLst>
                                    <p:cond delay="0"/>
                                  </p:stCondLst>
                                  <p:childTnLst>
                                    <p:set>
                                      <p:cBhvr>
                                        <p:cTn id="347" dur="1" fill="hold">
                                          <p:stCondLst>
                                            <p:cond delay="0"/>
                                          </p:stCondLst>
                                        </p:cTn>
                                        <p:tgtEl>
                                          <p:spTgt spid="332"/>
                                        </p:tgtEl>
                                        <p:attrNameLst>
                                          <p:attrName>style.visibility</p:attrName>
                                        </p:attrNameLst>
                                      </p:cBhvr>
                                      <p:to>
                                        <p:strVal val="visible"/>
                                      </p:to>
                                    </p:set>
                                    <p:animEffect filter="wipe(down)" transition="in">
                                      <p:cBhvr additive="repl">
                                        <p:cTn id="348" dur="500"/>
                                        <p:tgtEl>
                                          <p:spTgt spid="332"/>
                                        </p:tgtEl>
                                      </p:cBhvr>
                                    </p:animEffect>
                                  </p:childTnLst>
                                </p:cTn>
                              </p:par>
                            </p:childTnLst>
                          </p:cTn>
                        </p:par>
                      </p:childTnLst>
                    </p:cTn>
                  </p:par>
                  <p:par>
                    <p:cTn id="349" fill="hold">
                      <p:stCondLst>
                        <p:cond delay="indefinite"/>
                      </p:stCondLst>
                      <p:childTnLst>
                        <p:par>
                          <p:cTn id="350" fill="hold">
                            <p:stCondLst>
                              <p:cond delay="0"/>
                            </p:stCondLst>
                            <p:childTnLst>
                              <p:par>
                                <p:cTn id="351" nodeType="clickEffect" fill="hold" presetClass="exit" presetID="22" presetSubtype="4">
                                  <p:stCondLst>
                                    <p:cond delay="0"/>
                                  </p:stCondLst>
                                  <p:childTnLst>
                                    <p:animEffect filter="wipe(down)" transition="out">
                                      <p:cBhvr additive="repl">
                                        <p:cTn id="352" dur="500"/>
                                        <p:tgtEl>
                                          <p:spTgt spid="325"/>
                                        </p:tgtEl>
                                      </p:cBhvr>
                                    </p:animEffect>
                                    <p:set>
                                      <p:cBhvr>
                                        <p:cTn id="353" dur="1" fill="hold">
                                          <p:stCondLst>
                                            <p:cond delay="499"/>
                                          </p:stCondLst>
                                        </p:cTn>
                                        <p:tgtEl>
                                          <p:spTgt spid="325"/>
                                        </p:tgtEl>
                                        <p:attrNameLst>
                                          <p:attrName>style.visibility</p:attrName>
                                        </p:attrNameLst>
                                      </p:cBhvr>
                                      <p:to>
                                        <p:strVal val="hidden"/>
                                      </p:to>
                                    </p:set>
                                  </p:childTnLst>
                                </p:cTn>
                              </p:par>
                            </p:childTnLst>
                          </p:cTn>
                        </p:par>
                      </p:childTnLst>
                    </p:cTn>
                  </p:par>
                  <p:par>
                    <p:cTn id="354" fill="hold">
                      <p:stCondLst>
                        <p:cond delay="indefinite"/>
                      </p:stCondLst>
                      <p:childTnLst>
                        <p:par>
                          <p:cTn id="355" fill="hold">
                            <p:stCondLst>
                              <p:cond delay="0"/>
                            </p:stCondLst>
                            <p:childTnLst>
                              <p:par>
                                <p:cTn id="356" nodeType="clickEffect" fill="hold" presetClass="entr" presetID="22" presetSubtype="1">
                                  <p:stCondLst>
                                    <p:cond delay="0"/>
                                  </p:stCondLst>
                                  <p:childTnLst>
                                    <p:set>
                                      <p:cBhvr>
                                        <p:cTn id="357" dur="1" fill="hold">
                                          <p:stCondLst>
                                            <p:cond delay="0"/>
                                          </p:stCondLst>
                                        </p:cTn>
                                        <p:tgtEl>
                                          <p:spTgt spid="333"/>
                                        </p:tgtEl>
                                        <p:attrNameLst>
                                          <p:attrName>style.visibility</p:attrName>
                                        </p:attrNameLst>
                                      </p:cBhvr>
                                      <p:to>
                                        <p:strVal val="visible"/>
                                      </p:to>
                                    </p:set>
                                    <p:animEffect filter="wipe(up)" transition="in">
                                      <p:cBhvr additive="repl">
                                        <p:cTn id="358" dur="500"/>
                                        <p:tgtEl>
                                          <p:spTgt spid="3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TextShape 1"/>
          <p:cNvSpPr txBox="1"/>
          <p:nvPr/>
        </p:nvSpPr>
        <p:spPr>
          <a:xfrm>
            <a:off x="550800" y="549360"/>
            <a:ext cx="3565800" cy="1426680"/>
          </a:xfrm>
          <a:prstGeom prst="rect">
            <a:avLst/>
          </a:prstGeom>
          <a:noFill/>
          <a:ln>
            <a:noFill/>
          </a:ln>
        </p:spPr>
        <p:txBody>
          <a:bodyPr lIns="0" rIns="0" tIns="0" bIns="0" anchor="b">
            <a:noAutofit/>
          </a:bodyPr>
          <a:p>
            <a:pPr>
              <a:lnSpc>
                <a:spcPct val="90000"/>
              </a:lnSpc>
            </a:pPr>
            <a:r>
              <a:rPr b="0" lang="en-US" sz="4000" spc="-1" strike="noStrike">
                <a:solidFill>
                  <a:srgbClr val="ffffff"/>
                </a:solidFill>
                <a:latin typeface="Walbaum Display"/>
              </a:rPr>
              <a:t>Conclusions</a:t>
            </a:r>
            <a:endParaRPr b="0" lang="en-US" sz="4000" spc="-1" strike="noStrike">
              <a:solidFill>
                <a:srgbClr val="ffffff"/>
              </a:solidFill>
              <a:latin typeface="Gill Sans MT"/>
            </a:endParaRPr>
          </a:p>
        </p:txBody>
      </p:sp>
      <p:sp>
        <p:nvSpPr>
          <p:cNvPr id="337" name="TextShape 2"/>
          <p:cNvSpPr txBox="1"/>
          <p:nvPr/>
        </p:nvSpPr>
        <p:spPr>
          <a:xfrm>
            <a:off x="550800" y="2251440"/>
            <a:ext cx="10962360" cy="4196520"/>
          </a:xfrm>
          <a:prstGeom prst="rect">
            <a:avLst/>
          </a:prstGeom>
          <a:noFill/>
          <a:ln>
            <a:noFill/>
          </a:ln>
        </p:spPr>
        <p:txBody>
          <a:bodyPr lIns="0" rIns="0" tIns="0" bIns="0">
            <a:noAutofit/>
          </a:bodyPr>
          <a:p>
            <a:pPr marL="228600" indent="-228240">
              <a:lnSpc>
                <a:spcPct val="110000"/>
              </a:lnSpc>
              <a:spcBef>
                <a:spcPts val="1001"/>
              </a:spcBef>
              <a:spcAft>
                <a:spcPts val="799"/>
              </a:spcAft>
              <a:tabLst>
                <a:tab algn="l" pos="0"/>
              </a:tabLst>
            </a:pPr>
            <a:r>
              <a:rPr b="0" lang="en-US" sz="2400" spc="-1" strike="noStrike">
                <a:solidFill>
                  <a:srgbClr val="d1d5db"/>
                </a:solidFill>
                <a:latin typeface="Söhne"/>
              </a:rPr>
              <a:t>	</a:t>
            </a:r>
            <a:r>
              <a:rPr b="0" lang="en-US" sz="2400" spc="-1" strike="noStrike">
                <a:solidFill>
                  <a:srgbClr val="d1d5db"/>
                </a:solidFill>
                <a:latin typeface="Söhne"/>
              </a:rPr>
              <a:t>The Backtracking algorithm guarantees an optimal solution by exhaustively exploring all possible permutations of nodes, but its time complexity grows more than exponentially with the number of nodes, making it impractical for large problem instances. However, it serves as a benchmark for evaluating the performance of other heuristics.</a:t>
            </a:r>
            <a:endParaRPr b="0" lang="en-US" sz="2400" spc="-1" strike="noStrike">
              <a:solidFill>
                <a:srgbClr val="ffffff"/>
              </a:solidFill>
              <a:latin typeface="Gill Sans MT"/>
            </a:endParaRPr>
          </a:p>
          <a:p>
            <a:pPr marL="228600" indent="-228240">
              <a:lnSpc>
                <a:spcPct val="110000"/>
              </a:lnSpc>
              <a:spcBef>
                <a:spcPts val="1001"/>
              </a:spcBef>
              <a:spcAft>
                <a:spcPts val="799"/>
              </a:spcAft>
              <a:tabLst>
                <a:tab algn="l" pos="0"/>
              </a:tabLst>
            </a:pPr>
            <a:r>
              <a:rPr b="0" lang="en-US" sz="2400" spc="-1" strike="noStrike">
                <a:solidFill>
                  <a:srgbClr val="d1d5db"/>
                </a:solidFill>
                <a:latin typeface="Söhne"/>
              </a:rPr>
              <a:t>	</a:t>
            </a:r>
            <a:r>
              <a:rPr b="0" lang="en-US" sz="2400" spc="-1" strike="noStrike">
                <a:solidFill>
                  <a:srgbClr val="d1d5db"/>
                </a:solidFill>
                <a:latin typeface="Söhne"/>
              </a:rPr>
              <a:t>The Two-Optimal algorithm, based on local search, iteratively improves an initial solution by swapping pairs of edges to reduce the total tour distance. It provides good solutions for moderate-sized instances, making it more efficient than Backtracking.</a:t>
            </a:r>
            <a:endParaRPr b="0" lang="en-US" sz="2400" spc="-1" strike="noStrike">
              <a:solidFill>
                <a:srgbClr val="ffffff"/>
              </a:solidFill>
              <a:latin typeface="Gill Sans MT"/>
            </a:endParaRPr>
          </a:p>
        </p:txBody>
      </p:sp>
      <p:sp>
        <p:nvSpPr>
          <p:cNvPr id="338" name="TextShape 3"/>
          <p:cNvSpPr txBox="1"/>
          <p:nvPr/>
        </p:nvSpPr>
        <p:spPr>
          <a:xfrm>
            <a:off x="550800" y="6507360"/>
            <a:ext cx="2628720" cy="153360"/>
          </a:xfrm>
          <a:prstGeom prst="rect">
            <a:avLst/>
          </a:prstGeom>
          <a:noFill/>
          <a:ln>
            <a:noFill/>
          </a:ln>
        </p:spPr>
        <p:txBody>
          <a:bodyPr lIns="0" rIns="0" tIns="0" bIns="0" anchor="ctr">
            <a:noAutofit/>
          </a:bodyPr>
          <a:p>
            <a:pPr>
              <a:lnSpc>
                <a:spcPct val="100000"/>
              </a:lnSpc>
            </a:pPr>
            <a:r>
              <a:rPr b="0" lang="en-US" sz="1000" spc="-1" strike="noStrike">
                <a:solidFill>
                  <a:srgbClr val="a6a6a6"/>
                </a:solidFill>
                <a:latin typeface="Gill Sans MT"/>
              </a:rPr>
              <a:t>Tuesday, February 2, 20XX</a:t>
            </a:r>
            <a:endParaRPr b="0" lang="en-US" sz="1000" spc="-1" strike="noStrike">
              <a:latin typeface="Times New Roman"/>
            </a:endParaRPr>
          </a:p>
        </p:txBody>
      </p:sp>
      <p:sp>
        <p:nvSpPr>
          <p:cNvPr id="339" name="TextShape 4"/>
          <p:cNvSpPr txBox="1"/>
          <p:nvPr/>
        </p:nvSpPr>
        <p:spPr>
          <a:xfrm>
            <a:off x="3359160" y="6507360"/>
            <a:ext cx="6378840" cy="153360"/>
          </a:xfrm>
          <a:prstGeom prst="rect">
            <a:avLst/>
          </a:prstGeom>
          <a:noFill/>
          <a:ln>
            <a:noFill/>
          </a:ln>
        </p:spPr>
        <p:txBody>
          <a:bodyPr lIns="0" rIns="0" tIns="0" bIns="0" anchor="ctr">
            <a:noAutofit/>
          </a:bodyPr>
          <a:p>
            <a:pPr>
              <a:lnSpc>
                <a:spcPct val="100000"/>
              </a:lnSpc>
            </a:pPr>
            <a:r>
              <a:rPr b="0" lang="en-US" sz="1000" spc="-1" strike="noStrike">
                <a:solidFill>
                  <a:srgbClr val="a6a6a6"/>
                </a:solidFill>
                <a:latin typeface="Gill Sans MT"/>
              </a:rPr>
              <a:t>Sample Footer Text</a:t>
            </a:r>
            <a:endParaRPr b="0" lang="en-US" sz="1000" spc="-1" strike="noStrike">
              <a:latin typeface="Times New Roman"/>
            </a:endParaRPr>
          </a:p>
        </p:txBody>
      </p:sp>
      <p:sp>
        <p:nvSpPr>
          <p:cNvPr id="340" name="TextShape 5"/>
          <p:cNvSpPr txBox="1"/>
          <p:nvPr/>
        </p:nvSpPr>
        <p:spPr>
          <a:xfrm>
            <a:off x="9948960" y="6507360"/>
            <a:ext cx="1692000" cy="153360"/>
          </a:xfrm>
          <a:prstGeom prst="rect">
            <a:avLst/>
          </a:prstGeom>
          <a:noFill/>
          <a:ln>
            <a:noFill/>
          </a:ln>
        </p:spPr>
        <p:txBody>
          <a:bodyPr lIns="0" rIns="0" tIns="0" bIns="0" anchor="ctr">
            <a:noAutofit/>
          </a:bodyPr>
          <a:p>
            <a:pPr algn="r">
              <a:lnSpc>
                <a:spcPct val="100000"/>
              </a:lnSpc>
            </a:pPr>
            <a:fld id="{E90AD262-4F60-4818-9AB1-B3B154510552}" type="slidenum">
              <a:rPr b="0" lang="en-US" sz="1000" spc="-1" strike="noStrike">
                <a:solidFill>
                  <a:srgbClr val="a6a6a6"/>
                </a:solidFill>
                <a:latin typeface="Gill Sans MT"/>
              </a:rPr>
              <a:t>3</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TextShape 1"/>
          <p:cNvSpPr txBox="1"/>
          <p:nvPr/>
        </p:nvSpPr>
        <p:spPr>
          <a:xfrm>
            <a:off x="550800" y="549360"/>
            <a:ext cx="3565800" cy="1426680"/>
          </a:xfrm>
          <a:prstGeom prst="rect">
            <a:avLst/>
          </a:prstGeom>
          <a:noFill/>
          <a:ln>
            <a:noFill/>
          </a:ln>
        </p:spPr>
        <p:txBody>
          <a:bodyPr lIns="0" rIns="0" tIns="0" bIns="0" anchor="b">
            <a:noAutofit/>
          </a:bodyPr>
          <a:p>
            <a:pPr>
              <a:lnSpc>
                <a:spcPct val="90000"/>
              </a:lnSpc>
            </a:pPr>
            <a:r>
              <a:rPr b="0" lang="en-US" sz="4000" spc="-1" strike="noStrike">
                <a:solidFill>
                  <a:srgbClr val="ffffff"/>
                </a:solidFill>
                <a:latin typeface="Walbaum Display"/>
              </a:rPr>
              <a:t>Conclusions</a:t>
            </a:r>
            <a:endParaRPr b="0" lang="en-US" sz="4000" spc="-1" strike="noStrike">
              <a:solidFill>
                <a:srgbClr val="ffffff"/>
              </a:solidFill>
              <a:latin typeface="Gill Sans MT"/>
            </a:endParaRPr>
          </a:p>
        </p:txBody>
      </p:sp>
      <p:sp>
        <p:nvSpPr>
          <p:cNvPr id="342" name="TextShape 2"/>
          <p:cNvSpPr txBox="1"/>
          <p:nvPr/>
        </p:nvSpPr>
        <p:spPr>
          <a:xfrm>
            <a:off x="550800" y="2251440"/>
            <a:ext cx="10962360" cy="4196520"/>
          </a:xfrm>
          <a:prstGeom prst="rect">
            <a:avLst/>
          </a:prstGeom>
          <a:noFill/>
          <a:ln>
            <a:noFill/>
          </a:ln>
        </p:spPr>
        <p:txBody>
          <a:bodyPr lIns="0" rIns="0" tIns="0" bIns="0">
            <a:noAutofit/>
          </a:bodyPr>
          <a:p>
            <a:pPr marL="228600" indent="-228240">
              <a:lnSpc>
                <a:spcPct val="110000"/>
              </a:lnSpc>
              <a:spcBef>
                <a:spcPts val="1001"/>
              </a:spcBef>
              <a:spcAft>
                <a:spcPts val="799"/>
              </a:spcAft>
              <a:tabLst>
                <a:tab algn="l" pos="0"/>
              </a:tabLst>
            </a:pPr>
            <a:r>
              <a:rPr b="0" lang="en-US" sz="2400" spc="-1" strike="noStrike">
                <a:solidFill>
                  <a:srgbClr val="d1d5db"/>
                </a:solidFill>
                <a:latin typeface="Söhne"/>
              </a:rPr>
              <a:t>	</a:t>
            </a:r>
            <a:r>
              <a:rPr b="0" lang="en-US" sz="2400" spc="-1" strike="noStrike">
                <a:solidFill>
                  <a:srgbClr val="d1d5db"/>
                </a:solidFill>
                <a:latin typeface="Söhne"/>
              </a:rPr>
              <a:t>The Nearest Neighbor heuristic is a simple and fast algorithm that constructs a tour by iteratively selecting the nearest unvisited city. While it can produce suboptimal solutions, it has a time complexity of O(n^2) and performs well on certain TSP instances, particularly for smaller problem sizes.</a:t>
            </a:r>
            <a:br/>
            <a:endParaRPr b="0" lang="en-US" sz="2400" spc="-1" strike="noStrike">
              <a:solidFill>
                <a:srgbClr val="ffffff"/>
              </a:solidFill>
              <a:latin typeface="Gill Sans MT"/>
            </a:endParaRPr>
          </a:p>
          <a:p>
            <a:pPr marL="228600" indent="-228240">
              <a:lnSpc>
                <a:spcPct val="110000"/>
              </a:lnSpc>
              <a:spcBef>
                <a:spcPts val="1001"/>
              </a:spcBef>
              <a:spcAft>
                <a:spcPts val="799"/>
              </a:spcAft>
              <a:tabLst>
                <a:tab algn="l" pos="0"/>
              </a:tabLst>
            </a:pPr>
            <a:r>
              <a:rPr b="0" lang="en-US" sz="2400" spc="-1" strike="noStrike">
                <a:solidFill>
                  <a:srgbClr val="d1d5db"/>
                </a:solidFill>
                <a:latin typeface="Söhne"/>
              </a:rPr>
              <a:t>	</a:t>
            </a:r>
            <a:r>
              <a:rPr b="0" lang="en-US" sz="2400" spc="-1" strike="noStrike">
                <a:solidFill>
                  <a:srgbClr val="d1d5db"/>
                </a:solidFill>
                <a:latin typeface="Söhne"/>
              </a:rPr>
              <a:t>Christofides  provides a 1,5 approximation of the optimal solution and has a time complexity of O(n^3), making it more efficient and reliable for larger problem instances.</a:t>
            </a:r>
            <a:endParaRPr b="0" lang="en-US" sz="2400" spc="-1" strike="noStrike">
              <a:solidFill>
                <a:srgbClr val="ffffff"/>
              </a:solidFill>
              <a:latin typeface="Gill Sans MT"/>
            </a:endParaRPr>
          </a:p>
        </p:txBody>
      </p:sp>
      <p:sp>
        <p:nvSpPr>
          <p:cNvPr id="343" name="TextShape 3"/>
          <p:cNvSpPr txBox="1"/>
          <p:nvPr/>
        </p:nvSpPr>
        <p:spPr>
          <a:xfrm>
            <a:off x="550800" y="6507360"/>
            <a:ext cx="2628720" cy="153360"/>
          </a:xfrm>
          <a:prstGeom prst="rect">
            <a:avLst/>
          </a:prstGeom>
          <a:noFill/>
          <a:ln>
            <a:noFill/>
          </a:ln>
        </p:spPr>
        <p:txBody>
          <a:bodyPr lIns="0" rIns="0" tIns="0" bIns="0" anchor="ctr">
            <a:noAutofit/>
          </a:bodyPr>
          <a:p>
            <a:pPr>
              <a:lnSpc>
                <a:spcPct val="100000"/>
              </a:lnSpc>
            </a:pPr>
            <a:r>
              <a:rPr b="0" lang="en-US" sz="1000" spc="-1" strike="noStrike">
                <a:solidFill>
                  <a:srgbClr val="a6a6a6"/>
                </a:solidFill>
                <a:latin typeface="Gill Sans MT"/>
              </a:rPr>
              <a:t>Tuesday, February 2, 20XX</a:t>
            </a:r>
            <a:endParaRPr b="0" lang="en-US" sz="1000" spc="-1" strike="noStrike">
              <a:latin typeface="Times New Roman"/>
            </a:endParaRPr>
          </a:p>
        </p:txBody>
      </p:sp>
      <p:sp>
        <p:nvSpPr>
          <p:cNvPr id="344" name="TextShape 4"/>
          <p:cNvSpPr txBox="1"/>
          <p:nvPr/>
        </p:nvSpPr>
        <p:spPr>
          <a:xfrm>
            <a:off x="3359160" y="6507360"/>
            <a:ext cx="6378840" cy="153360"/>
          </a:xfrm>
          <a:prstGeom prst="rect">
            <a:avLst/>
          </a:prstGeom>
          <a:noFill/>
          <a:ln>
            <a:noFill/>
          </a:ln>
        </p:spPr>
        <p:txBody>
          <a:bodyPr lIns="0" rIns="0" tIns="0" bIns="0" anchor="ctr">
            <a:noAutofit/>
          </a:bodyPr>
          <a:p>
            <a:pPr>
              <a:lnSpc>
                <a:spcPct val="100000"/>
              </a:lnSpc>
            </a:pPr>
            <a:r>
              <a:rPr b="0" lang="en-US" sz="1000" spc="-1" strike="noStrike">
                <a:solidFill>
                  <a:srgbClr val="a6a6a6"/>
                </a:solidFill>
                <a:latin typeface="Gill Sans MT"/>
              </a:rPr>
              <a:t>Sample Footer Text</a:t>
            </a:r>
            <a:endParaRPr b="0" lang="en-US" sz="1000" spc="-1" strike="noStrike">
              <a:latin typeface="Times New Roman"/>
            </a:endParaRPr>
          </a:p>
        </p:txBody>
      </p:sp>
      <p:sp>
        <p:nvSpPr>
          <p:cNvPr id="345" name="TextShape 5"/>
          <p:cNvSpPr txBox="1"/>
          <p:nvPr/>
        </p:nvSpPr>
        <p:spPr>
          <a:xfrm>
            <a:off x="9948960" y="6507360"/>
            <a:ext cx="1692000" cy="153360"/>
          </a:xfrm>
          <a:prstGeom prst="rect">
            <a:avLst/>
          </a:prstGeom>
          <a:noFill/>
          <a:ln>
            <a:noFill/>
          </a:ln>
        </p:spPr>
        <p:txBody>
          <a:bodyPr lIns="0" rIns="0" tIns="0" bIns="0" anchor="ctr">
            <a:noAutofit/>
          </a:bodyPr>
          <a:p>
            <a:pPr algn="r">
              <a:lnSpc>
                <a:spcPct val="100000"/>
              </a:lnSpc>
            </a:pPr>
            <a:fld id="{854836A8-84D1-4883-A95C-6186CF578CDF}" type="slidenum">
              <a:rPr b="0" lang="en-US" sz="1000" spc="-1" strike="noStrike">
                <a:solidFill>
                  <a:srgbClr val="a6a6a6"/>
                </a:solidFill>
                <a:latin typeface="Gill Sans MT"/>
              </a:rPr>
              <a:t>&lt;number&gt;</a:t>
            </a:fld>
            <a:endParaRPr b="0" lang="en-US" sz="1000" spc="-1" strike="noStrike">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904751AB-E840-446F-8D49-E697067EC887}">
  <ds:schemaRefs>
    <ds:schemaRef ds:uri="http://schemas.microsoft.com/sharepoint/v3/contenttype/forms"/>
  </ds:schemaRefs>
</ds:datastoreItem>
</file>

<file path=customXml/itemProps2.xml><?xml version="1.0" encoding="utf-8"?>
<ds:datastoreItem xmlns:ds="http://schemas.openxmlformats.org/officeDocument/2006/customXml" ds:itemID="{DE4876F9-7AE1-498D-B8FE-1E3AD703D2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0811A92-D464-4AC4-A396-BA73B10CEEA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{B9E681C6-73EC-4D05-9750-924D4CA25B6F}tf33713516_win32</Template>
  <TotalTime>404</TotalTime>
  <Application>LibreOffice/6.4.7.2$Linux_X86_64 LibreOffice_project/40$Build-2</Application>
  <Words>852</Words>
  <Paragraphs>100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2023-06-02T10:03:59Z</dcterms:created>
  <dc:creator>Luis Filipe Pinto Cunha</dc:creator>
  <dc:description/>
  <dc:language>en-US</dc:language>
  <cp:lastModifiedBy/>
  <dcterms:modified xsi:type="dcterms:W3CDTF">2023-06-05T00:31:31Z</dcterms:modified>
  <cp:revision>6</cp:revision>
  <dc:subject/>
  <dc:title>DA Assign2-Routing Algorithm for Ocean Shipping and Urban Deliveries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ntentTypeId">
    <vt:lpwstr>0x01010079F111ED35F8CC479449609E8A0923A6</vt:lpwstr>
  </property>
  <property fmtid="{D5CDD505-2E9C-101B-9397-08002B2CF9AE}" pid="4" name="HiddenSlides">
    <vt:i4>0</vt:i4>
  </property>
  <property fmtid="{D5CDD505-2E9C-101B-9397-08002B2CF9AE}" pid="5" name="HyperlinksChanged">
    <vt:bool>0</vt:bool>
  </property>
  <property fmtid="{D5CDD505-2E9C-101B-9397-08002B2CF9AE}" pid="6" name="LinksUpToDate">
    <vt:bool>0</vt:bool>
  </property>
  <property fmtid="{D5CDD505-2E9C-101B-9397-08002B2CF9AE}" pid="7" name="MMClips">
    <vt:i4>0</vt:i4>
  </property>
  <property fmtid="{D5CDD505-2E9C-101B-9397-08002B2CF9AE}" pid="8" name="Notes">
    <vt:i4>2</vt:i4>
  </property>
  <property fmtid="{D5CDD505-2E9C-101B-9397-08002B2CF9AE}" pid="9" name="PresentationFormat">
    <vt:lpwstr>Ecrã Panorâmico</vt:lpwstr>
  </property>
  <property fmtid="{D5CDD505-2E9C-101B-9397-08002B2CF9AE}" pid="10" name="ScaleCrop">
    <vt:bool>0</vt:bool>
  </property>
  <property fmtid="{D5CDD505-2E9C-101B-9397-08002B2CF9AE}" pid="11" name="ShareDoc">
    <vt:bool>0</vt:bool>
  </property>
  <property fmtid="{D5CDD505-2E9C-101B-9397-08002B2CF9AE}" pid="12" name="Slides">
    <vt:i4>9</vt:i4>
  </property>
</Properties>
</file>